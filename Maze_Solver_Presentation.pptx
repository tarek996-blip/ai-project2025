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4"/>
  </p:sldMasterIdLst>
  <p:notesMasterIdLst>
    <p:notesMasterId r:id="rId18"/>
  </p:notesMasterIdLst>
  <p:handoutMasterIdLst>
    <p:handoutMasterId r:id="rId19"/>
  </p:handoutMasterIdLst>
  <p:sldIdLst>
    <p:sldId id="2561" r:id="rId5"/>
    <p:sldId id="2562" r:id="rId6"/>
    <p:sldId id="2563" r:id="rId7"/>
    <p:sldId id="2564" r:id="rId8"/>
    <p:sldId id="2565" r:id="rId9"/>
    <p:sldId id="2566" r:id="rId10"/>
    <p:sldId id="2567" r:id="rId11"/>
    <p:sldId id="2568" r:id="rId12"/>
    <p:sldId id="2569" r:id="rId13"/>
    <p:sldId id="2570"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ze Solver Project using BFS Algorithm" id="{8D38EB33-4974-4B28-BAB3-C935B8D045DB}">
          <p14:sldIdLst>
            <p14:sldId id="2561"/>
          </p14:sldIdLst>
        </p14:section>
        <p14:section name="Introduction and Project Overview" id="{1A816F94-F4D8-4FDF-A4CF-288ED0F92E1A}">
          <p14:sldIdLst>
            <p14:sldId id="2562"/>
            <p14:sldId id="2563"/>
            <p14:sldId id="2564"/>
          </p14:sldIdLst>
        </p14:section>
        <p14:section name="Algorithm and System Design" id="{0E089740-D4A6-4676-A520-A7BFF7D11A72}">
          <p14:sldIdLst>
            <p14:sldId id="2565"/>
            <p14:sldId id="2566"/>
            <p14:sldId id="2567"/>
          </p14:sldIdLst>
        </p14:section>
        <p14:section name="Execution and Demonstration" id="{21806B1A-543F-4C5D-B7FF-D102EA4C46B2}">
          <p14:sldIdLst>
            <p14:sldId id="2568"/>
            <p14:sldId id="2569"/>
            <p14:sldId id="2570"/>
          </p14:sldIdLst>
        </p14:section>
        <p14:section name="Conclusion and Team Roles" id="{89D55B8A-5BEC-4257-88DC-EACEBEE967A5}">
          <p14:sldIdLst>
            <p14:sldId id="2574"/>
            <p14:sldId id="2575"/>
            <p14:sldId id="25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9" d="100"/>
          <a:sy n="69" d="100"/>
        </p:scale>
        <p:origin x="756" y="6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12/19/2025</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a:p>
        </p:txBody>
      </p:sp>
    </p:spTree>
    <p:extLst>
      <p:ext uri="{BB962C8B-B14F-4D97-AF65-F5344CB8AC3E}">
        <p14:creationId xmlns:p14="http://schemas.microsoft.com/office/powerpoint/2010/main" val="1585637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and Team Information, Project Objective and Scope</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a:p>
        </p:txBody>
      </p:sp>
    </p:spTree>
    <p:extLst>
      <p:ext uri="{BB962C8B-B14F-4D97-AF65-F5344CB8AC3E}">
        <p14:creationId xmlns:p14="http://schemas.microsoft.com/office/powerpoint/2010/main" val="2502129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is titled 'Maze Solver using BFS Algorithm' and is part of the AI Course Project for Fall 2026. It was developed by a team consisting of Tarek Mostafa Kamel and Ibraheem Mohammed Abd El-Twab. The primary objective of this project is to demonstrate the application of artificial intelligence concepts, specifically search algorithms, in solving practical problems. Maze solving is a classic problem in AI that involves finding a path from a start point to an end point within a grid-based maze. This project aims to implement a robust solution using the Breadth-First Search (BFS) algorithm, which guarantees finding the shortest path in an unweighted maze. The presentation will cover the project overview, algorithm details, system design, execution steps, input/output samples, testing results, and optional GUI enhancements. By the end of this presentation, viewers will understand the rationale behind using BFS, the structure of the system, and how the solution meets the course requirements.</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a:p>
        </p:txBody>
      </p:sp>
    </p:spTree>
    <p:extLst>
      <p:ext uri="{BB962C8B-B14F-4D97-AF65-F5344CB8AC3E}">
        <p14:creationId xmlns:p14="http://schemas.microsoft.com/office/powerpoint/2010/main" val="3033274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main objective of the Maze Solver project is to apply AI search algorithms to solve a maze efficiently. The scope includes reading a maze from a text file, processing it to identify walls, paths, start, and end points, and then applying BFS to find the shortest path. The project demonstrates key AI concepts such as state representation, search strategies, and pathfinding. It also emphasizes practical implementation using Python, ensuring compatibility with Python 3.8 or newer. The solution is designed to be simple yet effective, focusing on clarity and functionality. Additionally, the project includes optional enhancements like a graphical user interface (GUI) to improve user interaction. This aligns with the course requirements, which encourage creativity and application of learned concepts. The project also serves as a foundation for understanding how search algorithms can be applied to real-world problems such as navigation and robotics.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a:p>
        </p:txBody>
      </p:sp>
    </p:spTree>
    <p:extLst>
      <p:ext uri="{BB962C8B-B14F-4D97-AF65-F5344CB8AC3E}">
        <p14:creationId xmlns:p14="http://schemas.microsoft.com/office/powerpoint/2010/main" val="1779076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Breadth-First Search (BFS) Algorithm, System Design Overview</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a:p>
        </p:txBody>
      </p:sp>
    </p:spTree>
    <p:extLst>
      <p:ext uri="{BB962C8B-B14F-4D97-AF65-F5344CB8AC3E}">
        <p14:creationId xmlns:p14="http://schemas.microsoft.com/office/powerpoint/2010/main" val="1514988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Breadth-First Search (BFS) is a fundamental graph traversal algorithm widely used in pathfinding problems. BFS explores all nodes at the current depth before moving to the next level, ensuring that the shortest path is found in an unweighted graph or grid. In the context of maze solving, BFS starts from the designated start point and systematically visits neighboring cells, marking visited positions and recording the path taken. The algorithm uses a queue data structure to manage the exploration order, which guarantees that the first time the end point is reached, the path found is the shortest possible. BFS is particularly suitable for maze solving because it is simple to implement, guarantees optimality in terms of path length, and works efficiently for moderately sized grids. The algorithm's complexity is O(V + E), where V is the number of vertices (cells) and E is the number of edges (connections between cells). This makes BFS an ideal choice for this project, ensuring reliability and clarity in demonstrating AI search principles.</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a:p>
        </p:txBody>
      </p:sp>
    </p:spTree>
    <p:extLst>
      <p:ext uri="{BB962C8B-B14F-4D97-AF65-F5344CB8AC3E}">
        <p14:creationId xmlns:p14="http://schemas.microsoft.com/office/powerpoint/2010/main" val="1705217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design for the Maze Solver project consists of three main components: Input, Algorithm, and Output. The input is a text file representing the maze, where '#' denotes walls, spaces represent open paths, and optional 'S' and 'E' characters indicate the start and end points. The algorithm component processes this input, constructs an internal representation of the maze, and applies BFS to find the shortest path. The output is displayed in the console, showing the solved maze with the path marked or listing the sequence of steps from start to end. The design ensures modularity, with separate functions for reading the maze, performing BFS, and displaying results. This structure facilitates testing and future enhancements, such as adding a GUI. The system also includes error handling for invalid inputs and supports default start/end positions if not explicitly provided. Overall, the design prioritizes simplicity, clarity, and adherence to AI principles.</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a:p>
        </p:txBody>
      </p:sp>
    </p:spTree>
    <p:extLst>
      <p:ext uri="{BB962C8B-B14F-4D97-AF65-F5344CB8AC3E}">
        <p14:creationId xmlns:p14="http://schemas.microsoft.com/office/powerpoint/2010/main" val="1579401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to Run the Project, Input and Output Samples</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a:p>
        </p:txBody>
      </p:sp>
    </p:spTree>
    <p:extLst>
      <p:ext uri="{BB962C8B-B14F-4D97-AF65-F5344CB8AC3E}">
        <p14:creationId xmlns:p14="http://schemas.microsoft.com/office/powerpoint/2010/main" val="2447208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Running the Maze Solver project is straightforward and requires Python 3.8 or newer. To execute the program, open a terminal or command prompt and navigate to the project directory. Use the command 'python maze_solver.py maze.txt' to run the solver with a specified maze file. If the script is configured to use a default file, simply run 'python maze_solver.py'. The maze file should follow the specified format: '#' for walls, spaces for paths, and optional 'S' and 'E' for start and end points. The output will display the solved maze or the path found, depending on the implementation. Ensure that all required files, including maze_solver.py and maze.txt, are present in the directory. No additional dependencies are needed unless a GUI is implemented, in which case the requirements should be listed in a requirements.txt file. This simple execution process makes the project accessible and easy to demonstrate.</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a:p>
        </p:txBody>
      </p:sp>
    </p:spTree>
    <p:extLst>
      <p:ext uri="{BB962C8B-B14F-4D97-AF65-F5344CB8AC3E}">
        <p14:creationId xmlns:p14="http://schemas.microsoft.com/office/powerpoint/2010/main" val="558509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input for the Maze Solver project is a plain text file representing the maze grid. Each line corresponds to a row in the maze, with '#' indicating walls and spaces representing open paths. Optional 'S' and 'E' characters can specify the start and end points; if absent, the program assumes default positions. An example input might look like this:
#####
# S #
#   #
# E #
#####
The output is typically displayed in the console, showing the maze with the solved path marked or listing the sequence of steps from start to end. For instance, the path might be indicated by dots or another symbol to differentiate it from walls and open spaces. This clear representation helps users verify the correctness of the solution. Including screenshots of both the input file and the output display in the presentation provides a visual understanding of the process and results.</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a:p>
        </p:txBody>
      </p:sp>
    </p:spTree>
    <p:extLst>
      <p:ext uri="{BB962C8B-B14F-4D97-AF65-F5344CB8AC3E}">
        <p14:creationId xmlns:p14="http://schemas.microsoft.com/office/powerpoint/2010/main" val="1142911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Key Takeaways, Team Contributions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a:p>
        </p:txBody>
      </p:sp>
    </p:spTree>
    <p:extLst>
      <p:ext uri="{BB962C8B-B14F-4D97-AF65-F5344CB8AC3E}">
        <p14:creationId xmlns:p14="http://schemas.microsoft.com/office/powerpoint/2010/main" val="1607458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Maze Solver project successfully demonstrates the application of AI search algorithms in solving practical problems. By implementing the Breadth-First Search (BFS) algorithm, the project guarantees finding the shortest path in an unweighted maze, fulfilling the course objectives. The system design ensures clarity and modularity, making the solution easy to understand and extend. The execution process is simple, requiring only Python 3.8 or newer, and the results confirm the algorithm's reliability and efficiency. Optional enhancements, such as a graphical user interface, further improve usability and showcase the team's commitment to delivering a comprehensive solution. This project not only meets academic requirements but also provides a foundation for exploring more advanced AI concepts in future work.</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a:p>
        </p:txBody>
      </p:sp>
    </p:spTree>
    <p:extLst>
      <p:ext uri="{BB962C8B-B14F-4D97-AF65-F5344CB8AC3E}">
        <p14:creationId xmlns:p14="http://schemas.microsoft.com/office/powerpoint/2010/main" val="3818147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was developed by a dedicated team consisting of Tarek Mostafa Kamel and Ibraheem Mohammed Abd El-Twab. Each member contributed to different aspects of the project, including algorithm implementation, system design, testing, and documentation. Collaboration ensured that the project met all requirements and maintained high quality standards. Clear communication and division of tasks allowed the team to work efficiently and deliver the project on time. Acknowledging individual contributions highlights the importance of teamwork in achieving project goals and reflects the academic integrity expected in the course.</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a:p>
        </p:txBody>
      </p:sp>
    </p:spTree>
    <p:extLst>
      <p:ext uri="{BB962C8B-B14F-4D97-AF65-F5344CB8AC3E}">
        <p14:creationId xmlns:p14="http://schemas.microsoft.com/office/powerpoint/2010/main" val="29790436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1944F5-72DB-5388-391B-5DC34BAD29A9}"/>
              </a:ext>
            </a:extLst>
          </p:cNvPr>
          <p:cNvSpPr/>
          <p:nvPr/>
        </p:nvSpPr>
        <p:spPr>
          <a:xfrm>
            <a:off x="1121981" y="874987"/>
            <a:ext cx="6584950"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61A7C733-6185-B286-B0DA-134F6D3AB879}"/>
              </a:ext>
            </a:extLst>
          </p:cNvPr>
          <p:cNvSpPr>
            <a:spLocks noGrp="1"/>
          </p:cNvSpPr>
          <p:nvPr>
            <p:ph type="title"/>
          </p:nvPr>
        </p:nvSpPr>
        <p:spPr>
          <a:xfrm>
            <a:off x="1475245" y="1362457"/>
            <a:ext cx="5879592" cy="3209544"/>
          </a:xfrm>
        </p:spPr>
        <p:txBody>
          <a:bodyPr>
            <a:normAutofit/>
          </a:bodyPr>
          <a:lstStyle>
            <a:lvl1pPr>
              <a:defRPr sz="6200"/>
            </a:lvl1pPr>
          </a:lstStyle>
          <a:p>
            <a:r>
              <a:rPr lang="en-US"/>
              <a:t>Click to edit Master title style</a:t>
            </a:r>
          </a:p>
        </p:txBody>
      </p:sp>
      <p:sp>
        <p:nvSpPr>
          <p:cNvPr id="13" name="Subtitle 2">
            <a:extLst>
              <a:ext uri="{FF2B5EF4-FFF2-40B4-BE49-F238E27FC236}">
                <a16:creationId xmlns:a16="http://schemas.microsoft.com/office/drawing/2014/main" id="{C53952BB-0BC0-A2D9-8CC5-18F5090C1D29}"/>
              </a:ext>
            </a:extLst>
          </p:cNvPr>
          <p:cNvSpPr>
            <a:spLocks noGrp="1"/>
          </p:cNvSpPr>
          <p:nvPr>
            <p:ph type="subTitle" idx="1"/>
          </p:nvPr>
        </p:nvSpPr>
        <p:spPr>
          <a:xfrm>
            <a:off x="1475246" y="4731232"/>
            <a:ext cx="5879592" cy="960120"/>
          </a:xfrm>
        </p:spPr>
        <p:txBody>
          <a:bodyPr vert="horz" lIns="91440" tIns="45720" rIns="91440" bIns="45720" rtlCol="0" anchor="b">
            <a:normAutofit/>
          </a:bodyPr>
          <a:lstStyle>
            <a:lvl1pPr marL="0" indent="0">
              <a:buNone/>
              <a:defRPr lang="en-US" sz="18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7855758" y="886968"/>
            <a:ext cx="3197543" cy="508406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5" name="Rectangle 4">
            <a:extLst>
              <a:ext uri="{FF2B5EF4-FFF2-40B4-BE49-F238E27FC236}">
                <a16:creationId xmlns:a16="http://schemas.microsoft.com/office/drawing/2014/main" id="{09E6AD98-B65B-93FA-EC0E-E737696918E7}"/>
              </a:ext>
            </a:extLst>
          </p:cNvPr>
          <p:cNvSpPr/>
          <p:nvPr userDrawn="1"/>
        </p:nvSpPr>
        <p:spPr>
          <a:xfrm>
            <a:off x="7845134" y="874986"/>
            <a:ext cx="3218791"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Date Placeholder 3">
            <a:extLst>
              <a:ext uri="{FF2B5EF4-FFF2-40B4-BE49-F238E27FC236}">
                <a16:creationId xmlns:a16="http://schemas.microsoft.com/office/drawing/2014/main" id="{702BB055-E356-D9DC-D968-F4B6E02320D2}"/>
              </a:ext>
            </a:extLst>
          </p:cNvPr>
          <p:cNvSpPr>
            <a:spLocks noGrp="1"/>
          </p:cNvSpPr>
          <p:nvPr>
            <p:ph type="dt" sz="half" idx="14"/>
          </p:nvPr>
        </p:nvSpPr>
        <p:spPr/>
        <p:txBody>
          <a:bodyPr/>
          <a:lstStyle/>
          <a:p>
            <a:fld id="{CA325475-EA0F-49B2-A586-CC0D8CB91667}" type="datetime1">
              <a:rPr lang="en-US" smtClean="0"/>
              <a:pPr/>
              <a:t>12/19/2025</a:t>
            </a:fld>
            <a:endParaRPr lang="en-US"/>
          </a:p>
        </p:txBody>
      </p:sp>
      <p:sp>
        <p:nvSpPr>
          <p:cNvPr id="6" name="Footer Placeholder 5">
            <a:extLst>
              <a:ext uri="{FF2B5EF4-FFF2-40B4-BE49-F238E27FC236}">
                <a16:creationId xmlns:a16="http://schemas.microsoft.com/office/drawing/2014/main" id="{A3C1376F-CBCD-234F-6AE2-E91A91B3617E}"/>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38274BBA-97D2-571C-2F9E-05ACFE0301F4}"/>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573134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11C59EC-2984-2AFC-A887-928F090FF1DD}"/>
              </a:ext>
            </a:extLst>
          </p:cNvPr>
          <p:cNvSpPr>
            <a:spLocks noGrp="1"/>
          </p:cNvSpPr>
          <p:nvPr>
            <p:ph type="title"/>
          </p:nvPr>
        </p:nvSpPr>
        <p:spPr>
          <a:xfrm>
            <a:off x="612648" y="612648"/>
            <a:ext cx="10963656" cy="548640"/>
          </a:xfrm>
        </p:spPr>
        <p:txBody>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216152"/>
            <a:ext cx="10963656" cy="4946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F76615-F428-46F8-B333-52721A2A1D31}"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AC26287E-A219-F520-0726-BDFF3D7A4E02}"/>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688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04234" y="829577"/>
            <a:ext cx="4192166" cy="3775213"/>
          </a:xfrm>
        </p:spPr>
        <p:txBody>
          <a:bodyPr vert="horz" lIns="91440" tIns="45720" rIns="91440" bIns="45720" rtlCol="0" anchor="b">
            <a:normAutofit/>
          </a:bodyPr>
          <a:lstStyle>
            <a:lvl1pPr>
              <a:defRPr lang="en-US" sz="5200" dirty="0"/>
            </a:lvl1pPr>
          </a:lstStyle>
          <a:p>
            <a:pPr lvl="0"/>
            <a:r>
              <a:rPr lang="en-US"/>
              <a:t>Click to edit Master title style</a:t>
            </a:r>
          </a:p>
        </p:txBody>
      </p:sp>
      <p:sp>
        <p:nvSpPr>
          <p:cNvPr id="11" name="Subtitle 2">
            <a:extLst>
              <a:ext uri="{FF2B5EF4-FFF2-40B4-BE49-F238E27FC236}">
                <a16:creationId xmlns:a16="http://schemas.microsoft.com/office/drawing/2014/main" id="{2E6A680F-1F8E-363D-A844-3A4126F02BCF}"/>
              </a:ext>
            </a:extLst>
          </p:cNvPr>
          <p:cNvSpPr>
            <a:spLocks noGrp="1"/>
          </p:cNvSpPr>
          <p:nvPr>
            <p:ph type="subTitle" idx="1"/>
          </p:nvPr>
        </p:nvSpPr>
        <p:spPr>
          <a:xfrm>
            <a:off x="7199303" y="4726885"/>
            <a:ext cx="4197096" cy="1316736"/>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0" name="Picture Placeholder 10">
            <a:extLst>
              <a:ext uri="{FF2B5EF4-FFF2-40B4-BE49-F238E27FC236}">
                <a16:creationId xmlns:a16="http://schemas.microsoft.com/office/drawing/2014/main" id="{791DC7E0-CBE1-A440-0537-4B3B94635221}"/>
              </a:ext>
            </a:extLst>
          </p:cNvPr>
          <p:cNvSpPr>
            <a:spLocks noGrp="1"/>
          </p:cNvSpPr>
          <p:nvPr>
            <p:ph type="pic" sz="quarter" idx="18" hasCustomPrompt="1"/>
          </p:nvPr>
        </p:nvSpPr>
        <p:spPr>
          <a:xfrm>
            <a:off x="349375" y="361188"/>
            <a:ext cx="6281928" cy="6135624"/>
          </a:xfrm>
          <a:blipFill>
            <a:blip r:embed="rId2">
              <a:alphaModFix amt="5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7" name="Rectangle 6">
            <a:extLst>
              <a:ext uri="{FF2B5EF4-FFF2-40B4-BE49-F238E27FC236}">
                <a16:creationId xmlns:a16="http://schemas.microsoft.com/office/drawing/2014/main" id="{EE0CD339-777A-9749-4666-3527C14B9743}"/>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26EF7C5-69F2-91FF-0C1E-398B01AB0F98}"/>
              </a:ext>
            </a:extLst>
          </p:cNvPr>
          <p:cNvSpPr/>
          <p:nvPr userDrawn="1"/>
        </p:nvSpPr>
        <p:spPr>
          <a:xfrm>
            <a:off x="334788" y="353022"/>
            <a:ext cx="6300216"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7BCC1026-8D94-2081-4610-6490A031C2BE}"/>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6" name="Footer Placeholder 5">
            <a:extLst>
              <a:ext uri="{FF2B5EF4-FFF2-40B4-BE49-F238E27FC236}">
                <a16:creationId xmlns:a16="http://schemas.microsoft.com/office/drawing/2014/main" id="{945E5425-2E7D-668E-4A6F-75CB0F0C63B2}"/>
              </a:ext>
            </a:extLst>
          </p:cNvPr>
          <p:cNvSpPr>
            <a:spLocks noGrp="1"/>
          </p:cNvSpPr>
          <p:nvPr>
            <p:ph type="ftr" sz="quarter" idx="20"/>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47A5843-EB2F-247C-B659-DCAD8425691C}"/>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4677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19301" y="840278"/>
            <a:ext cx="4337407" cy="3739896"/>
          </a:xfrm>
        </p:spPr>
        <p:txBody>
          <a:bodyPr vert="horz" lIns="91440" tIns="45720" rIns="91440" bIns="45720" rtlCol="0" anchor="t">
            <a:normAutofit/>
          </a:bodyPr>
          <a:lstStyle>
            <a:lvl1pPr>
              <a:defRPr lang="en-US" sz="5200" dirty="0"/>
            </a:lvl1pPr>
          </a:lstStyle>
          <a:p>
            <a:pPr lvl="0"/>
            <a:r>
              <a:rPr lang="en-US"/>
              <a:t>Click to edit Master title style</a:t>
            </a:r>
          </a:p>
        </p:txBody>
      </p:sp>
      <p:sp>
        <p:nvSpPr>
          <p:cNvPr id="11" name="Subtitle 2">
            <a:extLst>
              <a:ext uri="{FF2B5EF4-FFF2-40B4-BE49-F238E27FC236}">
                <a16:creationId xmlns:a16="http://schemas.microsoft.com/office/drawing/2014/main" id="{D46B27E7-8459-6E53-8FBA-85BE66AB87BA}"/>
              </a:ext>
            </a:extLst>
          </p:cNvPr>
          <p:cNvSpPr>
            <a:spLocks noGrp="1"/>
          </p:cNvSpPr>
          <p:nvPr>
            <p:ph type="subTitle" idx="1"/>
          </p:nvPr>
        </p:nvSpPr>
        <p:spPr>
          <a:xfrm>
            <a:off x="822452" y="4668118"/>
            <a:ext cx="4334256" cy="138074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710F4B22-F5AC-7D33-7A84-7B2436EFDEFA}"/>
              </a:ext>
            </a:extLst>
          </p:cNvPr>
          <p:cNvSpPr>
            <a:spLocks noGrp="1"/>
          </p:cNvSpPr>
          <p:nvPr>
            <p:ph type="pic" sz="quarter" idx="18" hasCustomPrompt="1"/>
          </p:nvPr>
        </p:nvSpPr>
        <p:spPr>
          <a:xfrm>
            <a:off x="5752063" y="361188"/>
            <a:ext cx="6089904" cy="6135624"/>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8" name="Rectangle 7">
            <a:extLst>
              <a:ext uri="{FF2B5EF4-FFF2-40B4-BE49-F238E27FC236}">
                <a16:creationId xmlns:a16="http://schemas.microsoft.com/office/drawing/2014/main" id="{A643E122-5107-B335-7270-B6C7A8395D86}"/>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5D7A0B5-D7C9-90BE-F505-E01F4D062E28}"/>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9E7CE726-49FC-55E2-26A1-1FE3520D3F1B}"/>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7" name="Footer Placeholder 6">
            <a:extLst>
              <a:ext uri="{FF2B5EF4-FFF2-40B4-BE49-F238E27FC236}">
                <a16:creationId xmlns:a16="http://schemas.microsoft.com/office/drawing/2014/main" id="{23D8F946-DB8C-1435-46BE-F233D3CF260C}"/>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69D42A5-49C9-5DBA-3729-79C2527CA4F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0817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DA87C-26CA-F62F-296C-4D55C078EB06}"/>
              </a:ext>
            </a:extLst>
          </p:cNvPr>
          <p:cNvSpPr>
            <a:spLocks noGrp="1"/>
          </p:cNvSpPr>
          <p:nvPr>
            <p:ph type="title"/>
          </p:nvPr>
        </p:nvSpPr>
        <p:spPr>
          <a:xfrm>
            <a:off x="680960" y="4952600"/>
            <a:ext cx="10835640" cy="786385"/>
          </a:xfrm>
        </p:spPr>
        <p:txBody>
          <a:bodyPr anchor="b"/>
          <a:lstStyle/>
          <a:p>
            <a:r>
              <a:rPr lang="en-US"/>
              <a:t>Click to edit Master title style</a:t>
            </a:r>
          </a:p>
        </p:txBody>
      </p:sp>
      <p:sp>
        <p:nvSpPr>
          <p:cNvPr id="12" name="Subtitle 2">
            <a:extLst>
              <a:ext uri="{FF2B5EF4-FFF2-40B4-BE49-F238E27FC236}">
                <a16:creationId xmlns:a16="http://schemas.microsoft.com/office/drawing/2014/main" id="{384394C4-6C3C-55A5-F559-609ED8D6D38D}"/>
              </a:ext>
            </a:extLst>
          </p:cNvPr>
          <p:cNvSpPr>
            <a:spLocks noGrp="1"/>
          </p:cNvSpPr>
          <p:nvPr>
            <p:ph type="subTitle" idx="1"/>
          </p:nvPr>
        </p:nvSpPr>
        <p:spPr>
          <a:xfrm>
            <a:off x="675400" y="5738982"/>
            <a:ext cx="10835640" cy="484633"/>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15" name="Picture Placeholder 10">
            <a:extLst>
              <a:ext uri="{FF2B5EF4-FFF2-40B4-BE49-F238E27FC236}">
                <a16:creationId xmlns:a16="http://schemas.microsoft.com/office/drawing/2014/main" id="{845630E0-3E81-3871-9E2F-2BE123E89866}"/>
              </a:ext>
            </a:extLst>
          </p:cNvPr>
          <p:cNvSpPr>
            <a:spLocks noGrp="1"/>
          </p:cNvSpPr>
          <p:nvPr>
            <p:ph type="pic" sz="quarter" idx="17" hasCustomPrompt="1"/>
          </p:nvPr>
        </p:nvSpPr>
        <p:spPr>
          <a:xfrm>
            <a:off x="348996" y="359053"/>
            <a:ext cx="11494008" cy="420624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5" name="Rectangle 4">
            <a:extLst>
              <a:ext uri="{FF2B5EF4-FFF2-40B4-BE49-F238E27FC236}">
                <a16:creationId xmlns:a16="http://schemas.microsoft.com/office/drawing/2014/main" id="{438E56F3-BB18-A73F-CD14-AABE06437C3B}"/>
              </a:ext>
            </a:extLst>
          </p:cNvPr>
          <p:cNvSpPr/>
          <p:nvPr userDrawn="1"/>
        </p:nvSpPr>
        <p:spPr>
          <a:xfrm>
            <a:off x="337457" y="4718958"/>
            <a:ext cx="11517086" cy="178797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45D6E84-74A7-91C9-E1B6-41ED8C509278}"/>
              </a:ext>
            </a:extLst>
          </p:cNvPr>
          <p:cNvSpPr/>
          <p:nvPr userDrawn="1"/>
        </p:nvSpPr>
        <p:spPr>
          <a:xfrm>
            <a:off x="337457" y="345676"/>
            <a:ext cx="11517086" cy="42245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a:extLst>
              <a:ext uri="{FF2B5EF4-FFF2-40B4-BE49-F238E27FC236}">
                <a16:creationId xmlns:a16="http://schemas.microsoft.com/office/drawing/2014/main" id="{CF5C3FE8-0DDB-A431-4FEB-7A68056C262F}"/>
              </a:ext>
            </a:extLst>
          </p:cNvPr>
          <p:cNvSpPr>
            <a:spLocks noGrp="1"/>
          </p:cNvSpPr>
          <p:nvPr>
            <p:ph type="dt" sz="half" idx="18"/>
          </p:nvPr>
        </p:nvSpPr>
        <p:spPr/>
        <p:txBody>
          <a:bodyPr/>
          <a:lstStyle/>
          <a:p>
            <a:fld id="{CA325475-EA0F-49B2-A586-CC0D8CB91667}" type="datetime1">
              <a:rPr lang="en-US" smtClean="0"/>
              <a:pPr/>
              <a:t>12/19/2025</a:t>
            </a:fld>
            <a:endParaRPr lang="en-US"/>
          </a:p>
        </p:txBody>
      </p:sp>
      <p:sp>
        <p:nvSpPr>
          <p:cNvPr id="10" name="Footer Placeholder 9">
            <a:extLst>
              <a:ext uri="{FF2B5EF4-FFF2-40B4-BE49-F238E27FC236}">
                <a16:creationId xmlns:a16="http://schemas.microsoft.com/office/drawing/2014/main" id="{274D131E-594B-1FB1-8E49-0B78695F0A87}"/>
              </a:ext>
            </a:extLst>
          </p:cNvPr>
          <p:cNvSpPr>
            <a:spLocks noGrp="1"/>
          </p:cNvSpPr>
          <p:nvPr>
            <p:ph type="ftr" sz="quarter" idx="19"/>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D24C9504-D631-2C97-8DB1-12F8201AAF49}"/>
              </a:ext>
            </a:extLst>
          </p:cNvPr>
          <p:cNvSpPr>
            <a:spLocks noGrp="1"/>
          </p:cNvSpPr>
          <p:nvPr>
            <p:ph type="sldNum" sz="quarter" idx="20"/>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780210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1799C1-C337-0DE1-3234-4D0362D02774}"/>
              </a:ext>
            </a:extLst>
          </p:cNvPr>
          <p:cNvSpPr>
            <a:spLocks noGrp="1"/>
          </p:cNvSpPr>
          <p:nvPr>
            <p:ph type="title"/>
          </p:nvPr>
        </p:nvSpPr>
        <p:spPr>
          <a:xfrm>
            <a:off x="793236" y="837735"/>
            <a:ext cx="10643616" cy="3346704"/>
          </a:xfrm>
        </p:spPr>
        <p:txBody>
          <a:bodyPr>
            <a:normAutofit/>
          </a:bodyPr>
          <a:lstStyle>
            <a:lvl1pPr>
              <a:defRPr sz="7000"/>
            </a:lvl1pPr>
          </a:lstStyle>
          <a:p>
            <a:r>
              <a:rPr lang="en-US"/>
              <a:t>Click to edit Master title style</a:t>
            </a:r>
          </a:p>
        </p:txBody>
      </p:sp>
      <p:sp>
        <p:nvSpPr>
          <p:cNvPr id="12" name="Subtitle 2">
            <a:extLst>
              <a:ext uri="{FF2B5EF4-FFF2-40B4-BE49-F238E27FC236}">
                <a16:creationId xmlns:a16="http://schemas.microsoft.com/office/drawing/2014/main" id="{9E4A3D71-157A-047C-16D0-5D3FDA49C24B}"/>
              </a:ext>
            </a:extLst>
          </p:cNvPr>
          <p:cNvSpPr>
            <a:spLocks noGrp="1"/>
          </p:cNvSpPr>
          <p:nvPr>
            <p:ph type="subTitle" idx="1"/>
          </p:nvPr>
        </p:nvSpPr>
        <p:spPr>
          <a:xfrm>
            <a:off x="795528" y="4824760"/>
            <a:ext cx="10641324" cy="1194128"/>
          </a:xfrm>
        </p:spPr>
        <p:txBody>
          <a:bodyPr vert="horz" lIns="91440" tIns="45720" rIns="91440" bIns="45720" rtlCol="0" anchor="b">
            <a:normAutofit/>
          </a:bodyPr>
          <a:lstStyle>
            <a:lvl1pPr marL="0" indent="0">
              <a:buNone/>
              <a:defRPr lang="en-US" sz="22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B7D9461-0F61-4002-8F2D-B7697A0E13FF}"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EE6B6C7B-69BC-0D3D-1E9A-DD81FCE5A23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13033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3B7DDF3-035D-63C7-AB51-6046391B6250}"/>
              </a:ext>
            </a:extLst>
          </p:cNvPr>
          <p:cNvSpPr>
            <a:spLocks noGrp="1"/>
          </p:cNvSpPr>
          <p:nvPr>
            <p:ph type="title"/>
          </p:nvPr>
        </p:nvSpPr>
        <p:spPr>
          <a:xfrm>
            <a:off x="793235" y="840285"/>
            <a:ext cx="10643616" cy="3593592"/>
          </a:xfrm>
        </p:spPr>
        <p:txBody>
          <a:bodyPr anchor="b">
            <a:normAutofit/>
          </a:bodyPr>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7D73ECB8-129C-F6DD-9829-B61FF23C403C}"/>
              </a:ext>
            </a:extLst>
          </p:cNvPr>
          <p:cNvSpPr>
            <a:spLocks noGrp="1"/>
          </p:cNvSpPr>
          <p:nvPr>
            <p:ph type="subTitle" idx="1"/>
          </p:nvPr>
        </p:nvSpPr>
        <p:spPr>
          <a:xfrm>
            <a:off x="795528" y="4598850"/>
            <a:ext cx="10641323" cy="1033272"/>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6CC53FF-A9D2-44F7-87E7-301150AC66D6}"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34B6D5D4-CEEE-3117-A84B-7DE80FC18AFC}"/>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70735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6152"/>
            <a:ext cx="8229600" cy="2373303"/>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033272"/>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08C173C-F4FB-4840-9C6C-8C62F68E21A9}"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a:extLst>
              <a:ext uri="{FF2B5EF4-FFF2-40B4-BE49-F238E27FC236}">
                <a16:creationId xmlns:a16="http://schemas.microsoft.com/office/drawing/2014/main" id="{DDBE0B21-7B6E-C2E6-781E-44A2E68E10E4}"/>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95227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58B209-D8FD-6B51-310A-96AE33AC1B63}"/>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5A31BBC1-8687-45A9-B22B-F61D547A780C}" type="datetime1">
              <a:rPr lang="en-US" smtClean="0"/>
              <a:t>12/19/2025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Title 1">
            <a:extLst>
              <a:ext uri="{FF2B5EF4-FFF2-40B4-BE49-F238E27FC236}">
                <a16:creationId xmlns:a16="http://schemas.microsoft.com/office/drawing/2014/main" id="{5FB1752B-CF4C-EEF0-36CC-58B27E1CB9EF}"/>
              </a:ext>
            </a:extLst>
          </p:cNvPr>
          <p:cNvSpPr>
            <a:spLocks noGrp="1"/>
          </p:cNvSpPr>
          <p:nvPr>
            <p:ph type="title"/>
          </p:nvPr>
        </p:nvSpPr>
        <p:spPr>
          <a:xfrm>
            <a:off x="1474076" y="1359775"/>
            <a:ext cx="7909560" cy="4334256"/>
          </a:xfrm>
        </p:spPr>
        <p:txBody>
          <a:bodyPr anchor="b">
            <a:normAutofit/>
          </a:bodyPr>
          <a:lstStyle>
            <a:lvl1pPr>
              <a:defRPr sz="6200"/>
            </a:lvl1pPr>
          </a:lstStyle>
          <a:p>
            <a:r>
              <a:rPr lang="en-US"/>
              <a:t>Click to edit Master title style</a:t>
            </a:r>
          </a:p>
        </p:txBody>
      </p:sp>
    </p:spTree>
    <p:extLst>
      <p:ext uri="{BB962C8B-B14F-4D97-AF65-F5344CB8AC3E}">
        <p14:creationId xmlns:p14="http://schemas.microsoft.com/office/powerpoint/2010/main" val="1096126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09383" y="841248"/>
            <a:ext cx="8931403" cy="1380744"/>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09383" y="2333860"/>
            <a:ext cx="8931403" cy="3689909"/>
          </a:xfrm>
        </p:spPr>
        <p:txBody>
          <a:bodyPr>
            <a:normAutofit/>
          </a:bodyPr>
          <a:lstStyle>
            <a:lvl1pPr marL="457200" indent="-457200">
              <a:buFont typeface="+mj-lt"/>
              <a:buAutoNum type="arabicPeriod"/>
              <a:defRPr sz="2000"/>
            </a:lvl1pPr>
            <a:lvl2pPr marL="685800" indent="-4572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793227F-7A38-4FCC-BBE5-462C6ABA0D7C}" type="datetime1">
              <a:rPr lang="en-US" smtClean="0"/>
              <a:t>12/19/2025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D6A7576B-FC6F-F402-D320-23CD0747AB6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7459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196940" y="829577"/>
            <a:ext cx="6199461" cy="1693992"/>
          </a:xfrm>
        </p:spPr>
        <p:txBody>
          <a:bodyPr anchor="b">
            <a:normAutofit/>
          </a:bodyPr>
          <a:lstStyle>
            <a:lvl1pPr>
              <a:defRPr sz="4000"/>
            </a:lvl1pPr>
          </a:lstStyle>
          <a:p>
            <a:r>
              <a:rPr lang="en-US"/>
              <a:t>Click to edit Master title style</a:t>
            </a:r>
          </a:p>
        </p:txBody>
      </p:sp>
      <p:sp>
        <p:nvSpPr>
          <p:cNvPr id="3" name="Picture Placeholder 10">
            <a:extLst>
              <a:ext uri="{FF2B5EF4-FFF2-40B4-BE49-F238E27FC236}">
                <a16:creationId xmlns:a16="http://schemas.microsoft.com/office/drawing/2014/main" id="{D9C05904-FD8A-9AED-FEBF-07D02323D6FF}"/>
              </a:ext>
            </a:extLst>
          </p:cNvPr>
          <p:cNvSpPr>
            <a:spLocks noGrp="1"/>
          </p:cNvSpPr>
          <p:nvPr>
            <p:ph type="pic" sz="quarter" idx="18" hasCustomPrompt="1"/>
          </p:nvPr>
        </p:nvSpPr>
        <p:spPr>
          <a:xfrm>
            <a:off x="349376" y="366631"/>
            <a:ext cx="4250069" cy="6135624"/>
          </a:xfrm>
          <a:blipFill>
            <a:blip r:embed="rId2">
              <a:alphaModFix amt="70000"/>
              <a:extLst>
                <a:ext uri="{28A0092B-C50C-407E-A947-70E740481C1C}">
                  <a14:useLocalDpi xmlns:a14="http://schemas.microsoft.com/office/drawing/2010/main" val="0"/>
                </a:ext>
              </a:extLst>
            </a:blip>
            <a:stretch>
              <a:fillRect l="1" r="-47809"/>
            </a:stretch>
          </a:blipFill>
          <a:ln w="19050">
            <a:noFill/>
            <a:miter lim="800000"/>
          </a:ln>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96940" y="2637762"/>
            <a:ext cx="6199461" cy="341109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5CF087BA-BF9C-B6FF-3993-B14EFC993249}"/>
              </a:ext>
            </a:extLst>
          </p:cNvPr>
          <p:cNvSpPr/>
          <p:nvPr userDrawn="1"/>
        </p:nvSpPr>
        <p:spPr>
          <a:xfrm>
            <a:off x="4765158" y="351065"/>
            <a:ext cx="708409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205EF98-C9B4-FDE5-FF49-3AC91EBF7C80}"/>
              </a:ext>
            </a:extLst>
          </p:cNvPr>
          <p:cNvSpPr/>
          <p:nvPr userDrawn="1"/>
        </p:nvSpPr>
        <p:spPr>
          <a:xfrm>
            <a:off x="334788" y="353022"/>
            <a:ext cx="4279392" cy="61539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3955E63F-831B-1E75-A3D2-7916C30870FC}"/>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6" name="Footer Placeholder 5">
            <a:extLst>
              <a:ext uri="{FF2B5EF4-FFF2-40B4-BE49-F238E27FC236}">
                <a16:creationId xmlns:a16="http://schemas.microsoft.com/office/drawing/2014/main" id="{AA36642A-4BF1-3042-3D1E-3F9A6461A021}"/>
              </a:ext>
            </a:extLst>
          </p:cNvPr>
          <p:cNvSpPr>
            <a:spLocks noGrp="1"/>
          </p:cNvSpPr>
          <p:nvPr>
            <p:ph type="ftr" sz="quarter" idx="20"/>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ACA4F36-7122-9562-2451-1594B9399AF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10962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85872" y="2130552"/>
            <a:ext cx="6620256" cy="1069848"/>
          </a:xfrm>
        </p:spPr>
        <p:txBody>
          <a:bodyPr anchor="b" anchorCtr="0">
            <a:normAutofit/>
          </a:bodyPr>
          <a:lstStyle>
            <a:lvl1pPr algn="ctr">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4280" y="3337560"/>
            <a:ext cx="4663440" cy="164592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107640D-701E-4505-B3CF-EF9407231E3A}"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B513DBF3-4834-1A3D-F4D5-6A81E4273385}"/>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895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2258568"/>
            <a:ext cx="3493008" cy="346557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465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858915-0BD2-4619-96F8-2000A958401A}"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4955F4A-423A-5B89-7048-7BF27C7621C6}"/>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77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3582" y="1537853"/>
            <a:ext cx="3922776" cy="4087368"/>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43475" y="1538288"/>
            <a:ext cx="6404229" cy="4087368"/>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8D97C48-2090-4C6A-8BA6-AD652515C489}"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E1ADE99A-A1BB-22F1-AAC4-B9657638A2B1}"/>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17191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3493008"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72000" y="832104"/>
            <a:ext cx="6775704" cy="493776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6C18EB-E5A2-46FD-AE56-36A2660D9755}"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9EDAA8DC-86CE-2734-E308-CBA3FA9B61FB}"/>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472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2104" y="832104"/>
            <a:ext cx="2834640" cy="5120640"/>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957638" y="832104"/>
            <a:ext cx="7362634" cy="5513832"/>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71F173-72DA-43D0-80E2-6EBC494B1FEF}"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0414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172" y="615287"/>
            <a:ext cx="10963656" cy="640080"/>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614172" y="1255367"/>
            <a:ext cx="10963656" cy="4946904"/>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31615947-AD9C-F5FA-B88C-990D02D3AF2A}"/>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253C0EE3-FE78-FEE2-1C03-69EF2436C5E6}"/>
              </a:ext>
            </a:extLst>
          </p:cNvPr>
          <p:cNvSpPr>
            <a:spLocks noGrp="1"/>
          </p:cNvSpPr>
          <p:nvPr>
            <p:ph type="dt" sz="half" idx="14"/>
          </p:nvPr>
        </p:nvSpPr>
        <p:spPr/>
        <p:txBody>
          <a:bodyPr/>
          <a:lstStyle/>
          <a:p>
            <a:fld id="{CA325475-EA0F-49B2-A586-CC0D8CB91667}" type="datetime1">
              <a:rPr lang="en-US" smtClean="0"/>
              <a:pPr/>
              <a:t>12/19/2025</a:t>
            </a:fld>
            <a:endParaRPr lang="en-US"/>
          </a:p>
        </p:txBody>
      </p:sp>
      <p:sp>
        <p:nvSpPr>
          <p:cNvPr id="9" name="Footer Placeholder 8">
            <a:extLst>
              <a:ext uri="{FF2B5EF4-FFF2-40B4-BE49-F238E27FC236}">
                <a16:creationId xmlns:a16="http://schemas.microsoft.com/office/drawing/2014/main" id="{0681E699-A9DC-6ADB-B033-12F132D21DFE}"/>
              </a:ext>
            </a:extLst>
          </p:cNvPr>
          <p:cNvSpPr>
            <a:spLocks noGrp="1"/>
          </p:cNvSpPr>
          <p:nvPr>
            <p:ph type="ftr" sz="quarter" idx="15"/>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43B6FDC-9009-70D8-0C26-1572C9670082}"/>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8374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DE08559-D5C4-B55F-FEE7-A549DCB41B2C}"/>
              </a:ext>
            </a:extLst>
          </p:cNvPr>
          <p:cNvSpPr>
            <a:spLocks noGrp="1"/>
          </p:cNvSpPr>
          <p:nvPr>
            <p:ph type="title"/>
          </p:nvPr>
        </p:nvSpPr>
        <p:spPr>
          <a:xfrm>
            <a:off x="795528" y="839871"/>
            <a:ext cx="3063240" cy="1527048"/>
          </a:xfrm>
        </p:spPr>
        <p:txBody>
          <a:bodyPr anchor="b">
            <a:normAutofit/>
          </a:bodyPr>
          <a:lstStyle>
            <a:lvl1pPr>
              <a:defRPr sz="3200"/>
            </a:lvl1pPr>
          </a:lstStyle>
          <a:p>
            <a:r>
              <a:rPr lang="en-US"/>
              <a:t>Click to edit Master title style</a:t>
            </a:r>
          </a:p>
        </p:txBody>
      </p:sp>
      <p:sp>
        <p:nvSpPr>
          <p:cNvPr id="4" name="Rectangle 3">
            <a:extLst>
              <a:ext uri="{FF2B5EF4-FFF2-40B4-BE49-F238E27FC236}">
                <a16:creationId xmlns:a16="http://schemas.microsoft.com/office/drawing/2014/main" id="{F4B5FEEF-AA1C-DF09-81DC-C263DDF653CF}"/>
              </a:ext>
            </a:extLst>
          </p:cNvPr>
          <p:cNvSpPr/>
          <p:nvPr userDrawn="1"/>
        </p:nvSpPr>
        <p:spPr>
          <a:xfrm>
            <a:off x="337457" y="351065"/>
            <a:ext cx="3941064"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7">
            <a:extLst>
              <a:ext uri="{FF2B5EF4-FFF2-40B4-BE49-F238E27FC236}">
                <a16:creationId xmlns:a16="http://schemas.microsoft.com/office/drawing/2014/main" id="{35C596C1-39CE-99AF-B795-8ADB489A7DD9}"/>
              </a:ext>
            </a:extLst>
          </p:cNvPr>
          <p:cNvSpPr>
            <a:spLocks noGrp="1"/>
          </p:cNvSpPr>
          <p:nvPr>
            <p:ph sz="quarter" idx="14"/>
          </p:nvPr>
        </p:nvSpPr>
        <p:spPr>
          <a:xfrm>
            <a:off x="795527" y="2665215"/>
            <a:ext cx="3063240" cy="3377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0">
            <a:extLst>
              <a:ext uri="{FF2B5EF4-FFF2-40B4-BE49-F238E27FC236}">
                <a16:creationId xmlns:a16="http://schemas.microsoft.com/office/drawing/2014/main" id="{AE6DCEAB-84EB-B279-E311-AD2445A96CBF}"/>
              </a:ext>
            </a:extLst>
          </p:cNvPr>
          <p:cNvSpPr>
            <a:spLocks noGrp="1"/>
          </p:cNvSpPr>
          <p:nvPr>
            <p:ph type="pic" sz="quarter" idx="18" hasCustomPrompt="1"/>
          </p:nvPr>
        </p:nvSpPr>
        <p:spPr>
          <a:xfrm>
            <a:off x="4408575" y="365760"/>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6" name="Rectangle 5">
            <a:extLst>
              <a:ext uri="{FF2B5EF4-FFF2-40B4-BE49-F238E27FC236}">
                <a16:creationId xmlns:a16="http://schemas.microsoft.com/office/drawing/2014/main" id="{85239BDE-DD79-5CB8-2F90-0AED70B4C2F7}"/>
              </a:ext>
            </a:extLst>
          </p:cNvPr>
          <p:cNvSpPr/>
          <p:nvPr userDrawn="1"/>
        </p:nvSpPr>
        <p:spPr>
          <a:xfrm>
            <a:off x="4408575" y="351065"/>
            <a:ext cx="7440673"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7C1037C4-D7CB-E822-E47E-57790F243FD1}"/>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5" name="Footer Placeholder 4">
            <a:extLst>
              <a:ext uri="{FF2B5EF4-FFF2-40B4-BE49-F238E27FC236}">
                <a16:creationId xmlns:a16="http://schemas.microsoft.com/office/drawing/2014/main" id="{8135CE1D-F6D3-A8A3-782F-E5E88CCE35F5}"/>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9646B925-EE67-154D-EB15-4D346059F95B}"/>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90542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DFB1570C-2A53-2BD0-0955-F14E33A43C9A}"/>
              </a:ext>
            </a:extLst>
          </p:cNvPr>
          <p:cNvSpPr>
            <a:spLocks noGrp="1"/>
          </p:cNvSpPr>
          <p:nvPr>
            <p:ph type="title"/>
          </p:nvPr>
        </p:nvSpPr>
        <p:spPr>
          <a:xfrm>
            <a:off x="8359712" y="839871"/>
            <a:ext cx="3065002" cy="1527048"/>
          </a:xfrm>
        </p:spPr>
        <p:txBody>
          <a:bodyPr anchor="b">
            <a:normAutofit/>
          </a:bodyPr>
          <a:lstStyle>
            <a:lvl1pPr>
              <a:defRPr sz="3200"/>
            </a:lvl1pPr>
          </a:lstStyle>
          <a:p>
            <a:r>
              <a:rPr lang="en-US"/>
              <a:t>Click to edit Master title style</a:t>
            </a:r>
          </a:p>
        </p:txBody>
      </p:sp>
      <p:sp>
        <p:nvSpPr>
          <p:cNvPr id="7" name="Picture Placeholder 10">
            <a:extLst>
              <a:ext uri="{FF2B5EF4-FFF2-40B4-BE49-F238E27FC236}">
                <a16:creationId xmlns:a16="http://schemas.microsoft.com/office/drawing/2014/main" id="{9EDFF69E-D657-B8DE-43CD-6A0AA98FBA6E}"/>
              </a:ext>
            </a:extLst>
          </p:cNvPr>
          <p:cNvSpPr>
            <a:spLocks noGrp="1"/>
          </p:cNvSpPr>
          <p:nvPr>
            <p:ph type="pic" sz="quarter" idx="18" hasCustomPrompt="1"/>
          </p:nvPr>
        </p:nvSpPr>
        <p:spPr>
          <a:xfrm>
            <a:off x="346440" y="361188"/>
            <a:ext cx="7424928"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5" name="Rectangle 4">
            <a:extLst>
              <a:ext uri="{FF2B5EF4-FFF2-40B4-BE49-F238E27FC236}">
                <a16:creationId xmlns:a16="http://schemas.microsoft.com/office/drawing/2014/main" id="{B0778FDB-57BB-4A24-EB2F-31B3DCA2ED9F}"/>
              </a:ext>
            </a:extLst>
          </p:cNvPr>
          <p:cNvSpPr/>
          <p:nvPr userDrawn="1"/>
        </p:nvSpPr>
        <p:spPr>
          <a:xfrm>
            <a:off x="7904606" y="351065"/>
            <a:ext cx="39446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ntent Placeholder 7">
            <a:extLst>
              <a:ext uri="{FF2B5EF4-FFF2-40B4-BE49-F238E27FC236}">
                <a16:creationId xmlns:a16="http://schemas.microsoft.com/office/drawing/2014/main" id="{B52381D3-CD5D-B295-5DE8-247DE26D2410}"/>
              </a:ext>
            </a:extLst>
          </p:cNvPr>
          <p:cNvSpPr>
            <a:spLocks noGrp="1"/>
          </p:cNvSpPr>
          <p:nvPr>
            <p:ph sz="quarter" idx="14"/>
          </p:nvPr>
        </p:nvSpPr>
        <p:spPr>
          <a:xfrm>
            <a:off x="8359712" y="2665215"/>
            <a:ext cx="3065002" cy="33777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3A87F64-B10E-D3EC-86DC-A74D615B4819}"/>
              </a:ext>
            </a:extLst>
          </p:cNvPr>
          <p:cNvSpPr/>
          <p:nvPr userDrawn="1"/>
        </p:nvSpPr>
        <p:spPr>
          <a:xfrm>
            <a:off x="337456" y="351064"/>
            <a:ext cx="7442897"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3B77D22-A82C-44F7-6BC2-B414E8E7914D}"/>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4" name="Footer Placeholder 3">
            <a:extLst>
              <a:ext uri="{FF2B5EF4-FFF2-40B4-BE49-F238E27FC236}">
                <a16:creationId xmlns:a16="http://schemas.microsoft.com/office/drawing/2014/main" id="{42ED6638-8710-3EEF-9CFC-179C59D52F51}"/>
              </a:ext>
            </a:extLst>
          </p:cNvPr>
          <p:cNvSpPr>
            <a:spLocks noGrp="1"/>
          </p:cNvSpPr>
          <p:nvPr>
            <p:ph type="ftr" sz="quarter" idx="20"/>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ADBAD3B-23C1-82B0-757B-7CE2813B42D8}"/>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19748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5024647"/>
            <a:ext cx="3739896" cy="1207851"/>
          </a:xfrm>
        </p:spPr>
        <p:txBody>
          <a:bodyPr anchor="ctr">
            <a:normAutofit/>
          </a:bodyPr>
          <a:lstStyle>
            <a:lvl1pPr>
              <a:defRPr sz="3200"/>
            </a:lvl1pPr>
          </a:lstStyle>
          <a:p>
            <a:r>
              <a:rPr lang="en-US"/>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7974"/>
            <a:ext cx="11494008" cy="4270248"/>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24647"/>
            <a:ext cx="6041938" cy="1207851"/>
          </a:xfrm>
        </p:spPr>
        <p:txBody>
          <a:bodyPr anchor="ct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21733" y="4758374"/>
            <a:ext cx="11527515" cy="17485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EBCA5AC-C8BF-B7FA-04BB-F8A5A14F6F64}"/>
              </a:ext>
            </a:extLst>
          </p:cNvPr>
          <p:cNvSpPr/>
          <p:nvPr userDrawn="1"/>
        </p:nvSpPr>
        <p:spPr>
          <a:xfrm>
            <a:off x="337456" y="351064"/>
            <a:ext cx="11511792" cy="428406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776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04306" y="817137"/>
            <a:ext cx="4192166" cy="1527048"/>
          </a:xfrm>
        </p:spPr>
        <p:txBody>
          <a:bodyPr anchor="b"/>
          <a:lstStyle>
            <a:lvl1pPr>
              <a:defRPr sz="3600"/>
            </a:lvl1pPr>
          </a:lstStyle>
          <a:p>
            <a:r>
              <a:rPr lang="en-US"/>
              <a:t>Click to edit Master title style</a:t>
            </a:r>
          </a:p>
        </p:txBody>
      </p:sp>
      <p:sp>
        <p:nvSpPr>
          <p:cNvPr id="9" name="Picture Placeholder 10">
            <a:extLst>
              <a:ext uri="{FF2B5EF4-FFF2-40B4-BE49-F238E27FC236}">
                <a16:creationId xmlns:a16="http://schemas.microsoft.com/office/drawing/2014/main" id="{442F0537-AA35-B27C-CAD5-3F9A4EAC9204}"/>
              </a:ext>
            </a:extLst>
          </p:cNvPr>
          <p:cNvSpPr>
            <a:spLocks noGrp="1"/>
          </p:cNvSpPr>
          <p:nvPr>
            <p:ph type="pic" sz="quarter" idx="18" hasCustomPrompt="1"/>
          </p:nvPr>
        </p:nvSpPr>
        <p:spPr>
          <a:xfrm>
            <a:off x="349839" y="361188"/>
            <a:ext cx="627278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7C79C53C-82C0-3F48-BA66-E452F8835C0C}"/>
              </a:ext>
            </a:extLst>
          </p:cNvPr>
          <p:cNvSpPr/>
          <p:nvPr userDrawn="1"/>
        </p:nvSpPr>
        <p:spPr>
          <a:xfrm>
            <a:off x="337458" y="351064"/>
            <a:ext cx="629754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04234" y="2637763"/>
            <a:ext cx="4192899" cy="3411099"/>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D029C0DC-4CF1-BF5F-9799-7F5EFFD594AE}"/>
              </a:ext>
            </a:extLst>
          </p:cNvPr>
          <p:cNvSpPr/>
          <p:nvPr userDrawn="1"/>
        </p:nvSpPr>
        <p:spPr>
          <a:xfrm>
            <a:off x="6751530" y="351065"/>
            <a:ext cx="509771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10C5241C-A695-5757-744E-AB1824BCED7B}"/>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6" name="Footer Placeholder 5">
            <a:extLst>
              <a:ext uri="{FF2B5EF4-FFF2-40B4-BE49-F238E27FC236}">
                <a16:creationId xmlns:a16="http://schemas.microsoft.com/office/drawing/2014/main" id="{B486C41F-1C9D-B14A-9954-F5ED7CA31A56}"/>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FFE49CA-E378-F621-C4C4-6F60EA26E6D5}"/>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634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9A0B94D-2DD1-875D-B541-D604110F25F1}"/>
              </a:ext>
            </a:extLst>
          </p:cNvPr>
          <p:cNvSpPr>
            <a:spLocks noGrp="1"/>
          </p:cNvSpPr>
          <p:nvPr>
            <p:ph type="title"/>
          </p:nvPr>
        </p:nvSpPr>
        <p:spPr>
          <a:xfrm>
            <a:off x="819372" y="817137"/>
            <a:ext cx="4337407" cy="1527048"/>
          </a:xfrm>
        </p:spPr>
        <p:txBody>
          <a:bodyPr anchor="b"/>
          <a:lstStyle>
            <a:lvl1pPr>
              <a:defRPr sz="3600"/>
            </a:lvl1pPr>
          </a:lstStyle>
          <a:p>
            <a:r>
              <a:rPr lang="en-US"/>
              <a:t>Click to edit Master title style</a:t>
            </a:r>
          </a:p>
        </p:txBody>
      </p:sp>
      <p:sp>
        <p:nvSpPr>
          <p:cNvPr id="16" name="Content Placeholder 7">
            <a:extLst>
              <a:ext uri="{FF2B5EF4-FFF2-40B4-BE49-F238E27FC236}">
                <a16:creationId xmlns:a16="http://schemas.microsoft.com/office/drawing/2014/main" id="{21D88E16-573F-A597-7EE7-887CF9D8D3F1}"/>
              </a:ext>
            </a:extLst>
          </p:cNvPr>
          <p:cNvSpPr>
            <a:spLocks noGrp="1"/>
          </p:cNvSpPr>
          <p:nvPr>
            <p:ph sz="quarter" idx="14"/>
          </p:nvPr>
        </p:nvSpPr>
        <p:spPr>
          <a:xfrm>
            <a:off x="819301" y="2637763"/>
            <a:ext cx="4338165" cy="3411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0">
            <a:extLst>
              <a:ext uri="{FF2B5EF4-FFF2-40B4-BE49-F238E27FC236}">
                <a16:creationId xmlns:a16="http://schemas.microsoft.com/office/drawing/2014/main" id="{6A972FDA-9B64-2E1F-84D9-B8941D9AC82B}"/>
              </a:ext>
            </a:extLst>
          </p:cNvPr>
          <p:cNvSpPr>
            <a:spLocks noGrp="1"/>
          </p:cNvSpPr>
          <p:nvPr>
            <p:ph type="pic" sz="quarter" idx="18" hasCustomPrompt="1"/>
          </p:nvPr>
        </p:nvSpPr>
        <p:spPr>
          <a:xfrm>
            <a:off x="5752063" y="361188"/>
            <a:ext cx="6089904"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6AB7641C-0FEE-FC12-84B6-FDB399A2110B}"/>
              </a:ext>
            </a:extLst>
          </p:cNvPr>
          <p:cNvSpPr/>
          <p:nvPr userDrawn="1"/>
        </p:nvSpPr>
        <p:spPr>
          <a:xfrm>
            <a:off x="337457" y="351065"/>
            <a:ext cx="5282687"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92A368-511B-76F6-C241-598461CF9E5C}"/>
              </a:ext>
            </a:extLst>
          </p:cNvPr>
          <p:cNvSpPr/>
          <p:nvPr userDrawn="1"/>
        </p:nvSpPr>
        <p:spPr>
          <a:xfrm>
            <a:off x="5744782" y="351064"/>
            <a:ext cx="6104466"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83862476-C6C3-75C3-F440-74F469A967A1}"/>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3" name="Footer Placeholder 2">
            <a:extLst>
              <a:ext uri="{FF2B5EF4-FFF2-40B4-BE49-F238E27FC236}">
                <a16:creationId xmlns:a16="http://schemas.microsoft.com/office/drawing/2014/main" id="{E7180EED-4901-3AAF-D90A-6939CE7EFC54}"/>
              </a:ext>
            </a:extLst>
          </p:cNvPr>
          <p:cNvSpPr>
            <a:spLocks noGrp="1"/>
          </p:cNvSpPr>
          <p:nvPr>
            <p:ph type="ftr" sz="quarter" idx="20"/>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E2DB5DB-B146-43DC-2A42-3440832AACC7}"/>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73661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73949" y="819804"/>
            <a:ext cx="6022523" cy="1143000"/>
          </a:xfrm>
        </p:spPr>
        <p:txBody>
          <a:bodyPr anchor="b"/>
          <a:lstStyle/>
          <a:p>
            <a:r>
              <a:rPr lang="en-US"/>
              <a:t>Click to edit Master title style</a:t>
            </a:r>
          </a:p>
        </p:txBody>
      </p:sp>
      <p:sp>
        <p:nvSpPr>
          <p:cNvPr id="12" name="Picture Placeholder 10">
            <a:extLst>
              <a:ext uri="{FF2B5EF4-FFF2-40B4-BE49-F238E27FC236}">
                <a16:creationId xmlns:a16="http://schemas.microsoft.com/office/drawing/2014/main" id="{012C0B99-EF0E-8361-CB67-7A1CB46A5197}"/>
              </a:ext>
            </a:extLst>
          </p:cNvPr>
          <p:cNvSpPr>
            <a:spLocks noGrp="1"/>
          </p:cNvSpPr>
          <p:nvPr>
            <p:ph type="pic" sz="quarter" idx="18" hasCustomPrompt="1"/>
          </p:nvPr>
        </p:nvSpPr>
        <p:spPr>
          <a:xfrm>
            <a:off x="356616"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52341" y="2235200"/>
            <a:ext cx="6044132" cy="38029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6BA43DA6-AD92-1399-A6A7-42F89C87DC1A}"/>
              </a:ext>
            </a:extLst>
          </p:cNvPr>
          <p:cNvSpPr/>
          <p:nvPr userDrawn="1"/>
        </p:nvSpPr>
        <p:spPr>
          <a:xfrm>
            <a:off x="337455" y="351064"/>
            <a:ext cx="4462272"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B4474DB-FD35-4937-0024-1F6311BC8B2F}"/>
              </a:ext>
            </a:extLst>
          </p:cNvPr>
          <p:cNvSpPr/>
          <p:nvPr userDrawn="1"/>
        </p:nvSpPr>
        <p:spPr>
          <a:xfrm>
            <a:off x="4915879" y="351065"/>
            <a:ext cx="693866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D3E7D411-4BBB-D7F2-AA01-60F0E96ADECC}"/>
              </a:ext>
            </a:extLst>
          </p:cNvPr>
          <p:cNvSpPr>
            <a:spLocks noGrp="1"/>
          </p:cNvSpPr>
          <p:nvPr>
            <p:ph type="dt" sz="half" idx="19"/>
          </p:nvPr>
        </p:nvSpPr>
        <p:spPr>
          <a:xfrm>
            <a:off x="5349240" y="6498770"/>
            <a:ext cx="1328651" cy="359229"/>
          </a:xfrm>
        </p:spPr>
        <p:txBody>
          <a:bodyPr/>
          <a:lstStyle/>
          <a:p>
            <a:fld id="{CA325475-EA0F-49B2-A586-CC0D8CB91667}" type="datetime1">
              <a:rPr lang="en-US" smtClean="0"/>
              <a:pPr/>
              <a:t>12/19/2025</a:t>
            </a:fld>
            <a:endParaRPr lang="en-US"/>
          </a:p>
        </p:txBody>
      </p:sp>
      <p:sp>
        <p:nvSpPr>
          <p:cNvPr id="7" name="Footer Placeholder 6">
            <a:extLst>
              <a:ext uri="{FF2B5EF4-FFF2-40B4-BE49-F238E27FC236}">
                <a16:creationId xmlns:a16="http://schemas.microsoft.com/office/drawing/2014/main" id="{7EADEDE4-1283-DC77-8774-CE66A7FCFC57}"/>
              </a:ext>
            </a:extLst>
          </p:cNvPr>
          <p:cNvSpPr>
            <a:spLocks noGrp="1"/>
          </p:cNvSpPr>
          <p:nvPr>
            <p:ph type="ftr" sz="quarter" idx="20"/>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C4205AEA-132E-F82A-F279-CF7FB6417B91}"/>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504245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6708" y="826408"/>
            <a:ext cx="60225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6834" y="2243328"/>
            <a:ext cx="6022524" cy="38055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13B8FE68-7B6E-3218-44A6-F1880E54EE81}"/>
              </a:ext>
            </a:extLst>
          </p:cNvPr>
          <p:cNvSpPr>
            <a:spLocks noGrp="1"/>
          </p:cNvSpPr>
          <p:nvPr>
            <p:ph type="pic" sz="quarter" idx="18" hasCustomPrompt="1"/>
          </p:nvPr>
        </p:nvSpPr>
        <p:spPr>
          <a:xfrm>
            <a:off x="7401964" y="361186"/>
            <a:ext cx="443484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3" name="Rectangle 2">
            <a:extLst>
              <a:ext uri="{FF2B5EF4-FFF2-40B4-BE49-F238E27FC236}">
                <a16:creationId xmlns:a16="http://schemas.microsoft.com/office/drawing/2014/main" id="{519D2FFC-2E73-8E67-42FD-E85E9D7166B6}"/>
              </a:ext>
            </a:extLst>
          </p:cNvPr>
          <p:cNvSpPr/>
          <p:nvPr userDrawn="1"/>
        </p:nvSpPr>
        <p:spPr>
          <a:xfrm>
            <a:off x="337457" y="351065"/>
            <a:ext cx="6939845"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B0B6AB1-45E0-8ED2-07D0-7F09A97072E8}"/>
              </a:ext>
            </a:extLst>
          </p:cNvPr>
          <p:cNvSpPr/>
          <p:nvPr userDrawn="1"/>
        </p:nvSpPr>
        <p:spPr>
          <a:xfrm>
            <a:off x="7392820" y="351063"/>
            <a:ext cx="445312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a:extLst>
              <a:ext uri="{FF2B5EF4-FFF2-40B4-BE49-F238E27FC236}">
                <a16:creationId xmlns:a16="http://schemas.microsoft.com/office/drawing/2014/main" id="{66BCA70D-4E1A-9515-CF3A-C9ADDAEA5180}"/>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7" name="Footer Placeholder 6">
            <a:extLst>
              <a:ext uri="{FF2B5EF4-FFF2-40B4-BE49-F238E27FC236}">
                <a16:creationId xmlns:a16="http://schemas.microsoft.com/office/drawing/2014/main" id="{6CE00F06-2901-FA79-7DB4-8439628B19A8}"/>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3892C729-DF2C-B480-6535-64FC89E4561A}"/>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68100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4336837"/>
            <a:ext cx="3739896" cy="1863698"/>
          </a:xfrm>
        </p:spPr>
        <p:txBody>
          <a:bodyPr anchor="ctr">
            <a:normAutofit/>
          </a:bodyPr>
          <a:lstStyle>
            <a:lvl1pPr>
              <a:defRPr sz="3200"/>
            </a:lvl1pPr>
          </a:lstStyle>
          <a:p>
            <a:r>
              <a:rPr lang="en-US"/>
              <a:t>Click to edit Master title style</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358671"/>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336837"/>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4038600"/>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351064"/>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84438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647156"/>
            <a:ext cx="3739896" cy="1863698"/>
          </a:xfrm>
        </p:spPr>
        <p:txBody>
          <a:bodyPr anchor="ct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647156"/>
            <a:ext cx="6041938" cy="1863698"/>
          </a:xfrm>
        </p:spPr>
        <p:txBody>
          <a:bodyPr anchor="ct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0">
            <a:extLst>
              <a:ext uri="{FF2B5EF4-FFF2-40B4-BE49-F238E27FC236}">
                <a16:creationId xmlns:a16="http://schemas.microsoft.com/office/drawing/2014/main" id="{590F4507-3E12-8BCC-96C4-5E91E00DE057}"/>
              </a:ext>
            </a:extLst>
          </p:cNvPr>
          <p:cNvSpPr>
            <a:spLocks noGrp="1"/>
          </p:cNvSpPr>
          <p:nvPr>
            <p:ph type="pic" sz="quarter" idx="18" hasCustomPrompt="1"/>
          </p:nvPr>
        </p:nvSpPr>
        <p:spPr>
          <a:xfrm>
            <a:off x="348996" y="2940988"/>
            <a:ext cx="11494008" cy="3547872"/>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D736FE-15B3-4F20-9261-F868C8825F0F}"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6" name="Rectangle 15">
            <a:extLst>
              <a:ext uri="{FF2B5EF4-FFF2-40B4-BE49-F238E27FC236}">
                <a16:creationId xmlns:a16="http://schemas.microsoft.com/office/drawing/2014/main" id="{DB72880B-AEAD-196C-0715-91B527BD2668}"/>
              </a:ext>
            </a:extLst>
          </p:cNvPr>
          <p:cNvSpPr/>
          <p:nvPr userDrawn="1"/>
        </p:nvSpPr>
        <p:spPr>
          <a:xfrm>
            <a:off x="337456" y="348919"/>
            <a:ext cx="11527515" cy="246833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541655-3554-4192-AE10-BB95B2B3FCA7}"/>
              </a:ext>
            </a:extLst>
          </p:cNvPr>
          <p:cNvSpPr/>
          <p:nvPr userDrawn="1"/>
        </p:nvSpPr>
        <p:spPr>
          <a:xfrm>
            <a:off x="339852" y="2933381"/>
            <a:ext cx="11512296" cy="356308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2044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89438" y="826408"/>
            <a:ext cx="4663440" cy="932688"/>
          </a:xfrm>
        </p:spPr>
        <p:txBody>
          <a:bodyPr anchor="b"/>
          <a:lstStyle>
            <a:lvl1pPr>
              <a:defRPr sz="3200"/>
            </a:lvl1pPr>
          </a:lstStyle>
          <a:p>
            <a:r>
              <a:rPr lang="en-US"/>
              <a:t>Click to edit Master title style</a:t>
            </a:r>
          </a:p>
        </p:txBody>
      </p:sp>
      <p:sp>
        <p:nvSpPr>
          <p:cNvPr id="9" name="Picture Placeholder 10">
            <a:extLst>
              <a:ext uri="{FF2B5EF4-FFF2-40B4-BE49-F238E27FC236}">
                <a16:creationId xmlns:a16="http://schemas.microsoft.com/office/drawing/2014/main" id="{9CA91B26-FF37-7619-CA98-3BF61F56874C}"/>
              </a:ext>
            </a:extLst>
          </p:cNvPr>
          <p:cNvSpPr>
            <a:spLocks noGrp="1"/>
          </p:cNvSpPr>
          <p:nvPr>
            <p:ph type="pic" sz="quarter" idx="18" hasCustomPrompt="1"/>
          </p:nvPr>
        </p:nvSpPr>
        <p:spPr>
          <a:xfrm>
            <a:off x="347038"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99775" y="2074889"/>
            <a:ext cx="4663440" cy="3973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0B55BAA1-304B-22B8-AFFB-450B8B12DD5E}"/>
              </a:ext>
            </a:extLst>
          </p:cNvPr>
          <p:cNvSpPr/>
          <p:nvPr userDrawn="1"/>
        </p:nvSpPr>
        <p:spPr>
          <a:xfrm>
            <a:off x="6231369" y="351065"/>
            <a:ext cx="561787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33E9085-3DE0-967D-6FEC-87A68F2E38F7}"/>
              </a:ext>
            </a:extLst>
          </p:cNvPr>
          <p:cNvSpPr/>
          <p:nvPr userDrawn="1"/>
        </p:nvSpPr>
        <p:spPr>
          <a:xfrm>
            <a:off x="337458" y="351064"/>
            <a:ext cx="577729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A73ECB8-1DC2-18B7-FB61-C5B409B1D3AB}"/>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5" name="Footer Placeholder 4">
            <a:extLst>
              <a:ext uri="{FF2B5EF4-FFF2-40B4-BE49-F238E27FC236}">
                <a16:creationId xmlns:a16="http://schemas.microsoft.com/office/drawing/2014/main" id="{EF837014-2CDD-1654-954A-3CFB437B0F79}"/>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44609910-6F41-81DC-11BD-5C3B23FB661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2624673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792E787-2C43-9150-BA2C-843318A1AFFF}"/>
              </a:ext>
            </a:extLst>
          </p:cNvPr>
          <p:cNvSpPr>
            <a:spLocks noGrp="1"/>
          </p:cNvSpPr>
          <p:nvPr>
            <p:ph type="title"/>
          </p:nvPr>
        </p:nvSpPr>
        <p:spPr>
          <a:xfrm>
            <a:off x="795526" y="826408"/>
            <a:ext cx="4663440" cy="932688"/>
          </a:xfrm>
        </p:spPr>
        <p:txBody>
          <a:bodyPr anchor="b"/>
          <a:lstStyle>
            <a:lvl1pPr>
              <a:defRPr sz="3200"/>
            </a:lvl1pPr>
          </a:lstStyle>
          <a:p>
            <a:r>
              <a:rPr lang="en-US"/>
              <a:t>Click to edit Master title style</a:t>
            </a:r>
          </a:p>
        </p:txBody>
      </p:sp>
      <p:sp>
        <p:nvSpPr>
          <p:cNvPr id="16" name="Content Placeholder 7">
            <a:extLst>
              <a:ext uri="{FF2B5EF4-FFF2-40B4-BE49-F238E27FC236}">
                <a16:creationId xmlns:a16="http://schemas.microsoft.com/office/drawing/2014/main" id="{BD289B8E-2849-E156-7279-DA72F5F75F07}"/>
              </a:ext>
            </a:extLst>
          </p:cNvPr>
          <p:cNvSpPr>
            <a:spLocks noGrp="1"/>
          </p:cNvSpPr>
          <p:nvPr>
            <p:ph sz="quarter" idx="14"/>
          </p:nvPr>
        </p:nvSpPr>
        <p:spPr>
          <a:xfrm>
            <a:off x="806111" y="2074889"/>
            <a:ext cx="4663440" cy="3973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FD7785D8-F9B0-93D3-47A3-4ECAC8829E2B}"/>
              </a:ext>
            </a:extLst>
          </p:cNvPr>
          <p:cNvSpPr>
            <a:spLocks noGrp="1"/>
          </p:cNvSpPr>
          <p:nvPr>
            <p:ph type="pic" sz="quarter" idx="18" hasCustomPrompt="1"/>
          </p:nvPr>
        </p:nvSpPr>
        <p:spPr>
          <a:xfrm>
            <a:off x="6076602" y="361188"/>
            <a:ext cx="5757377" cy="6135624"/>
          </a:xfrm>
          <a:blipFill>
            <a:blip r:embed="rId2">
              <a:alphaModFix amt="70000"/>
              <a:extLst>
                <a:ext uri="{28A0092B-C50C-407E-A947-70E740481C1C}">
                  <a14:useLocalDpi xmlns:a14="http://schemas.microsoft.com/office/drawing/2010/main" val="0"/>
                </a:ext>
              </a:extLst>
            </a:blip>
            <a:stretch>
              <a:fillRect l="-2" r="-6568"/>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DFCDBE87-6A57-2D73-C222-305AF961B664}"/>
              </a:ext>
            </a:extLst>
          </p:cNvPr>
          <p:cNvSpPr/>
          <p:nvPr userDrawn="1"/>
        </p:nvSpPr>
        <p:spPr>
          <a:xfrm>
            <a:off x="337457" y="351065"/>
            <a:ext cx="5600748"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17F243C-548D-9C48-60F5-BC8D58A018DE}"/>
              </a:ext>
            </a:extLst>
          </p:cNvPr>
          <p:cNvSpPr/>
          <p:nvPr userDrawn="1"/>
        </p:nvSpPr>
        <p:spPr>
          <a:xfrm>
            <a:off x="6059206" y="351065"/>
            <a:ext cx="579004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CA039A1F-C7CE-E7D6-1B4E-1ACBB57F36D3}"/>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5" name="Footer Placeholder 4">
            <a:extLst>
              <a:ext uri="{FF2B5EF4-FFF2-40B4-BE49-F238E27FC236}">
                <a16:creationId xmlns:a16="http://schemas.microsoft.com/office/drawing/2014/main" id="{C0016FB1-CC33-21DB-78A1-2A47153DDE34}"/>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389BFF0-9607-2311-C797-5384CE49E3B1}"/>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955302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7123" y="2235200"/>
            <a:ext cx="5294376" cy="39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4">
            <a:extLst>
              <a:ext uri="{FF2B5EF4-FFF2-40B4-BE49-F238E27FC236}">
                <a16:creationId xmlns:a16="http://schemas.microsoft.com/office/drawing/2014/main" id="{BF24582F-746D-10FD-1348-A8E31D7459B4}"/>
              </a:ext>
            </a:extLst>
          </p:cNvPr>
          <p:cNvSpPr>
            <a:spLocks noGrp="1"/>
          </p:cNvSpPr>
          <p:nvPr>
            <p:ph type="pic" sz="quarter" idx="15" hasCustomPrompt="1"/>
          </p:nvPr>
        </p:nvSpPr>
        <p:spPr>
          <a:xfrm>
            <a:off x="6355507"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9E6EAC-5CB1-AF25-6E5B-8E37D120C9B3}"/>
              </a:ext>
            </a:extLst>
          </p:cNvPr>
          <p:cNvSpPr/>
          <p:nvPr userDrawn="1"/>
        </p:nvSpPr>
        <p:spPr>
          <a:xfrm>
            <a:off x="6355507" y="1929406"/>
            <a:ext cx="5494246"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343147" y="1929406"/>
            <a:ext cx="5870448"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95164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603504"/>
            <a:ext cx="10972800" cy="969264"/>
          </a:xfrm>
        </p:spPr>
        <p:txBody>
          <a:bodyPr anchor="ctr" anchorCtr="0">
            <a:normAutofit/>
          </a:bodyPr>
          <a:lstStyle>
            <a:lvl1pPr>
              <a:defRPr sz="4000"/>
            </a:lvl1pPr>
          </a:lstStyle>
          <a:p>
            <a:r>
              <a:rPr lang="en-US"/>
              <a:t>Click to edit Master title style</a:t>
            </a:r>
          </a:p>
        </p:txBody>
      </p:sp>
      <p:sp>
        <p:nvSpPr>
          <p:cNvPr id="10" name="Picture Placeholder 14">
            <a:extLst>
              <a:ext uri="{FF2B5EF4-FFF2-40B4-BE49-F238E27FC236}">
                <a16:creationId xmlns:a16="http://schemas.microsoft.com/office/drawing/2014/main" id="{1CACF551-8B8E-91BE-64C5-80EA221DEAE4}"/>
              </a:ext>
            </a:extLst>
          </p:cNvPr>
          <p:cNvSpPr>
            <a:spLocks noGrp="1"/>
          </p:cNvSpPr>
          <p:nvPr>
            <p:ph type="pic" sz="quarter" idx="15" hasCustomPrompt="1"/>
          </p:nvPr>
        </p:nvSpPr>
        <p:spPr>
          <a:xfrm>
            <a:off x="354740" y="1944079"/>
            <a:ext cx="6391656" cy="4553712"/>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159752" y="2231136"/>
            <a:ext cx="4425696"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BD2198D5-C9C0-500B-4DBC-656F475E493C}"/>
              </a:ext>
            </a:extLst>
          </p:cNvPr>
          <p:cNvSpPr/>
          <p:nvPr userDrawn="1"/>
        </p:nvSpPr>
        <p:spPr>
          <a:xfrm>
            <a:off x="337457" y="1944078"/>
            <a:ext cx="6408939" cy="45628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C97157FB-CF65-571C-117F-F8FAD8D9FF52}"/>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7" name="Footer Placeholder 6">
            <a:extLst>
              <a:ext uri="{FF2B5EF4-FFF2-40B4-BE49-F238E27FC236}">
                <a16:creationId xmlns:a16="http://schemas.microsoft.com/office/drawing/2014/main" id="{F57136A7-5DB5-FAF4-1437-4CDA5E545739}"/>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C9602816-1AAA-FE35-5C91-01A9C5DEAD00}"/>
              </a:ext>
            </a:extLst>
          </p:cNvPr>
          <p:cNvSpPr>
            <a:spLocks noGrp="1"/>
          </p:cNvSpPr>
          <p:nvPr>
            <p:ph type="sldNum" sz="quarter" idx="21"/>
          </p:nvPr>
        </p:nvSpPr>
        <p:spPr/>
        <p:txBody>
          <a:bodyPr/>
          <a:lstStyle/>
          <a:p>
            <a:fld id="{CC057153-B650-4DEB-B370-79DDCFDCE934}" type="slidenum">
              <a:rPr lang="en-US" smtClean="0"/>
              <a:pPr/>
              <a:t>‹#›</a:t>
            </a:fld>
            <a:endParaRPr lang="en-US"/>
          </a:p>
        </p:txBody>
      </p:sp>
      <p:sp>
        <p:nvSpPr>
          <p:cNvPr id="11" name="Rectangle 10">
            <a:extLst>
              <a:ext uri="{FF2B5EF4-FFF2-40B4-BE49-F238E27FC236}">
                <a16:creationId xmlns:a16="http://schemas.microsoft.com/office/drawing/2014/main" id="{DD9B28C9-C087-B7F9-1930-361BCE1DC434}"/>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9DFE5E0-34BA-A35C-6B4F-7D3C8C7C4F9B}"/>
              </a:ext>
            </a:extLst>
          </p:cNvPr>
          <p:cNvSpPr/>
          <p:nvPr userDrawn="1"/>
        </p:nvSpPr>
        <p:spPr>
          <a:xfrm>
            <a:off x="6874592" y="1929406"/>
            <a:ext cx="4975161"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113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5" name="Picture Placeholder 14">
            <a:extLst>
              <a:ext uri="{FF2B5EF4-FFF2-40B4-BE49-F238E27FC236}">
                <a16:creationId xmlns:a16="http://schemas.microsoft.com/office/drawing/2014/main" id="{689C2E73-8CB7-AB0A-D373-D9BCBE160AE9}"/>
              </a:ext>
            </a:extLst>
          </p:cNvPr>
          <p:cNvSpPr>
            <a:spLocks noGrp="1"/>
          </p:cNvSpPr>
          <p:nvPr>
            <p:ph type="pic" sz="quarter" idx="15"/>
          </p:nvPr>
        </p:nvSpPr>
        <p:spPr>
          <a:xfrm>
            <a:off x="354740" y="1944079"/>
            <a:ext cx="5486767" cy="4553712"/>
          </a:xfrm>
          <a:blipFill dpi="0" rotWithShape="1">
            <a:blip r:embed="rId2">
              <a:alphaModFix amt="50000"/>
              <a:extLst>
                <a:ext uri="{28A0092B-C50C-407E-A947-70E740481C1C}">
                  <a14:useLocalDpi xmlns:a14="http://schemas.microsoft.com/office/drawing/2010/main" val="0"/>
                </a:ext>
              </a:extLst>
            </a:blip>
            <a:srcRect/>
            <a:stretch>
              <a:fillRect r="-16492"/>
            </a:stretch>
          </a:blipFill>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89440" y="2235200"/>
            <a:ext cx="5289915" cy="39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E31391-F4B8-4A23-8935-365F41031646}"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30DF84-4A5D-63C5-1700-34F6AA007632}"/>
              </a:ext>
            </a:extLst>
          </p:cNvPr>
          <p:cNvSpPr/>
          <p:nvPr userDrawn="1"/>
        </p:nvSpPr>
        <p:spPr>
          <a:xfrm flipV="1">
            <a:off x="337457" y="351062"/>
            <a:ext cx="11512296" cy="14650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9E6EAC-5CB1-AF25-6E5B-8E37D120C9B3}"/>
              </a:ext>
            </a:extLst>
          </p:cNvPr>
          <p:cNvSpPr/>
          <p:nvPr userDrawn="1"/>
        </p:nvSpPr>
        <p:spPr>
          <a:xfrm>
            <a:off x="339851" y="1929406"/>
            <a:ext cx="5513832"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53CEAA-92AB-A832-438A-7F6ACCDFE1B4}"/>
              </a:ext>
            </a:extLst>
          </p:cNvPr>
          <p:cNvSpPr/>
          <p:nvPr userDrawn="1"/>
        </p:nvSpPr>
        <p:spPr>
          <a:xfrm>
            <a:off x="5978984" y="1929406"/>
            <a:ext cx="5870770" cy="45775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3165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13350" y="819005"/>
            <a:ext cx="6777828" cy="932688"/>
          </a:xfrm>
        </p:spPr>
        <p:txBody>
          <a:bodyPr anchor="b"/>
          <a:lstStyle>
            <a:lvl1pPr>
              <a:defRPr sz="4000"/>
            </a:lvl1pPr>
          </a:lstStyle>
          <a:p>
            <a:r>
              <a:rPr lang="en-US"/>
              <a:t>Click to edit Master title style</a:t>
            </a:r>
          </a:p>
        </p:txBody>
      </p:sp>
      <p:sp>
        <p:nvSpPr>
          <p:cNvPr id="10" name="Picture Placeholder 10">
            <a:extLst>
              <a:ext uri="{FF2B5EF4-FFF2-40B4-BE49-F238E27FC236}">
                <a16:creationId xmlns:a16="http://schemas.microsoft.com/office/drawing/2014/main" id="{5C69378E-FD50-D0FE-49E9-FE6939F87E05}"/>
              </a:ext>
            </a:extLst>
          </p:cNvPr>
          <p:cNvSpPr>
            <a:spLocks noGrp="1"/>
          </p:cNvSpPr>
          <p:nvPr>
            <p:ph type="pic" sz="quarter" idx="18" hasCustomPrompt="1"/>
          </p:nvPr>
        </p:nvSpPr>
        <p:spPr>
          <a:xfrm>
            <a:off x="357366" y="361188"/>
            <a:ext cx="3657600" cy="6135624"/>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13350" y="2032216"/>
            <a:ext cx="6777828" cy="4034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02928F2E-550C-7EE7-5A6C-C30C820D21DB}"/>
              </a:ext>
            </a:extLst>
          </p:cNvPr>
          <p:cNvSpPr/>
          <p:nvPr userDrawn="1"/>
        </p:nvSpPr>
        <p:spPr>
          <a:xfrm>
            <a:off x="4155746" y="351065"/>
            <a:ext cx="769350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4DB15E2-0F9C-EDBB-3379-237D2F02B133}"/>
              </a:ext>
            </a:extLst>
          </p:cNvPr>
          <p:cNvSpPr/>
          <p:nvPr userDrawn="1"/>
        </p:nvSpPr>
        <p:spPr>
          <a:xfrm>
            <a:off x="348222" y="351064"/>
            <a:ext cx="3675888"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BA4BF609-8734-8C2B-E441-E7DBAE6E3BDA}"/>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5" name="Footer Placeholder 4">
            <a:extLst>
              <a:ext uri="{FF2B5EF4-FFF2-40B4-BE49-F238E27FC236}">
                <a16:creationId xmlns:a16="http://schemas.microsoft.com/office/drawing/2014/main" id="{F7450EF1-CAAF-B39A-ED1F-4F967B0786C6}"/>
              </a:ext>
            </a:extLst>
          </p:cNvPr>
          <p:cNvSpPr>
            <a:spLocks noGrp="1"/>
          </p:cNvSpPr>
          <p:nvPr>
            <p:ph type="ftr" sz="quarter" idx="20"/>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E4D70B86-8D60-DBF5-42C5-FE10E0C6FE86}"/>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0669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7" y="829475"/>
            <a:ext cx="6714892" cy="932688"/>
          </a:xfrm>
        </p:spPr>
        <p:txBody>
          <a:bodyPr anchor="b"/>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95527" y="2047532"/>
            <a:ext cx="6714892" cy="40013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854216C9-E47F-BA93-3528-3DC28359BBA5}"/>
              </a:ext>
            </a:extLst>
          </p:cNvPr>
          <p:cNvSpPr/>
          <p:nvPr userDrawn="1"/>
        </p:nvSpPr>
        <p:spPr>
          <a:xfrm>
            <a:off x="337457" y="351065"/>
            <a:ext cx="7631033"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10">
            <a:extLst>
              <a:ext uri="{FF2B5EF4-FFF2-40B4-BE49-F238E27FC236}">
                <a16:creationId xmlns:a16="http://schemas.microsoft.com/office/drawing/2014/main" id="{22729334-E74F-1D47-30E9-2040D0CCDE77}"/>
              </a:ext>
            </a:extLst>
          </p:cNvPr>
          <p:cNvSpPr>
            <a:spLocks noGrp="1"/>
          </p:cNvSpPr>
          <p:nvPr>
            <p:ph type="pic" sz="quarter" idx="18" hasCustomPrompt="1"/>
          </p:nvPr>
        </p:nvSpPr>
        <p:spPr>
          <a:xfrm>
            <a:off x="8094185" y="356616"/>
            <a:ext cx="3739896" cy="6144768"/>
          </a:xfrm>
          <a:blipFill>
            <a:blip r:embed="rId2">
              <a:alphaModFix amt="70000"/>
              <a:extLst>
                <a:ext uri="{28A0092B-C50C-407E-A947-70E740481C1C}">
                  <a14:useLocalDpi xmlns:a14="http://schemas.microsoft.com/office/drawing/2010/main" val="0"/>
                </a:ext>
              </a:extLst>
            </a:blip>
            <a:stretch>
              <a:fillRect/>
            </a:stretch>
          </a:blipFill>
          <a:ln w="19050">
            <a:noFill/>
            <a:miter lim="800000"/>
          </a:ln>
        </p:spPr>
        <p:txBody>
          <a:bodyPr/>
          <a:lstStyle>
            <a:lvl1pPr marL="0" indent="0">
              <a:buNone/>
              <a:defRPr/>
            </a:lvl1pPr>
          </a:lstStyle>
          <a:p>
            <a:r>
              <a:rPr lang="en-US"/>
              <a:t> </a:t>
            </a:r>
          </a:p>
        </p:txBody>
      </p:sp>
      <p:sp>
        <p:nvSpPr>
          <p:cNvPr id="4" name="Rectangle 3">
            <a:extLst>
              <a:ext uri="{FF2B5EF4-FFF2-40B4-BE49-F238E27FC236}">
                <a16:creationId xmlns:a16="http://schemas.microsoft.com/office/drawing/2014/main" id="{3105E7D9-8EB1-CCEE-CB59-564CC173739B}"/>
              </a:ext>
            </a:extLst>
          </p:cNvPr>
          <p:cNvSpPr/>
          <p:nvPr userDrawn="1"/>
        </p:nvSpPr>
        <p:spPr>
          <a:xfrm>
            <a:off x="8085041" y="351064"/>
            <a:ext cx="3758184" cy="615587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A1E56C7E-4D47-A5C6-F745-1B24CC384826}"/>
              </a:ext>
            </a:extLst>
          </p:cNvPr>
          <p:cNvSpPr>
            <a:spLocks noGrp="1"/>
          </p:cNvSpPr>
          <p:nvPr>
            <p:ph type="dt" sz="half" idx="19"/>
          </p:nvPr>
        </p:nvSpPr>
        <p:spPr/>
        <p:txBody>
          <a:bodyPr/>
          <a:lstStyle/>
          <a:p>
            <a:fld id="{CA325475-EA0F-49B2-A586-CC0D8CB91667}" type="datetime1">
              <a:rPr lang="en-US" smtClean="0"/>
              <a:pPr/>
              <a:t>12/19/2025</a:t>
            </a:fld>
            <a:endParaRPr lang="en-US"/>
          </a:p>
        </p:txBody>
      </p:sp>
      <p:sp>
        <p:nvSpPr>
          <p:cNvPr id="7" name="Footer Placeholder 6">
            <a:extLst>
              <a:ext uri="{FF2B5EF4-FFF2-40B4-BE49-F238E27FC236}">
                <a16:creationId xmlns:a16="http://schemas.microsoft.com/office/drawing/2014/main" id="{ECE34178-1A83-36BE-0EBF-390C6CB30C87}"/>
              </a:ext>
            </a:extLst>
          </p:cNvPr>
          <p:cNvSpPr>
            <a:spLocks noGrp="1"/>
          </p:cNvSpPr>
          <p:nvPr>
            <p:ph type="ftr" sz="quarter" idx="20"/>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476F11D-D618-B08B-95BA-C3F1030D58AD}"/>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347826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4672584" cy="1453896"/>
          </a:xfrm>
        </p:spPr>
        <p:txBody>
          <a:bodyPr>
            <a:norm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hasCustomPrompt="1"/>
          </p:nvPr>
        </p:nvSpPr>
        <p:spPr>
          <a:xfrm>
            <a:off x="349324" y="2423719"/>
            <a:ext cx="5175504" cy="406908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37402" y="599600"/>
            <a:ext cx="563316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9"/>
            <a:ext cx="5199238"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5665293" y="351065"/>
            <a:ext cx="6189249"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5199238"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14200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99599"/>
            <a:ext cx="3946824" cy="1453896"/>
          </a:xfrm>
        </p:spPr>
        <p:txBody>
          <a:bodyPr>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349324" y="2423719"/>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20382" y="599600"/>
            <a:ext cx="635018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337457"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4939611"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337457"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8611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3078" y="599599"/>
            <a:ext cx="3946824" cy="1453896"/>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40080" y="599600"/>
            <a:ext cx="6350185" cy="56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4FE3DA23-DE55-6AE0-AF3B-E9803246C7CD}"/>
              </a:ext>
            </a:extLst>
          </p:cNvPr>
          <p:cNvSpPr>
            <a:spLocks noGrp="1"/>
          </p:cNvSpPr>
          <p:nvPr>
            <p:ph type="pic" sz="quarter" idx="15"/>
          </p:nvPr>
        </p:nvSpPr>
        <p:spPr>
          <a:xfrm>
            <a:off x="7370064" y="2423160"/>
            <a:ext cx="4476676" cy="4069080"/>
          </a:xfrm>
          <a:blipFill dpi="0" rotWithShape="1">
            <a:blip r:embed="rId2">
              <a:alphaModFix amt="50000"/>
              <a:extLst>
                <a:ext uri="{28A0092B-C50C-407E-A947-70E740481C1C}">
                  <a14:useLocalDpi xmlns:a14="http://schemas.microsoft.com/office/drawing/2010/main" val="0"/>
                </a:ext>
              </a:extLst>
            </a:blip>
            <a:srcRect/>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EE8507B-3789-49BC-A5B5-D3B2B10E5F24}"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2125B15E-907B-22E5-9483-591409F1460D}"/>
              </a:ext>
            </a:extLst>
          </p:cNvPr>
          <p:cNvSpPr/>
          <p:nvPr userDrawn="1"/>
        </p:nvSpPr>
        <p:spPr>
          <a:xfrm flipV="1">
            <a:off x="7360920" y="351058"/>
            <a:ext cx="4488543" cy="19398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44643D3-05AA-D000-6F70-B39D3E837EF5}"/>
              </a:ext>
            </a:extLst>
          </p:cNvPr>
          <p:cNvSpPr/>
          <p:nvPr userDrawn="1"/>
        </p:nvSpPr>
        <p:spPr>
          <a:xfrm>
            <a:off x="338328" y="351065"/>
            <a:ext cx="6914932"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07DB142-72B7-699F-6F87-2EFB2EBF3B22}"/>
              </a:ext>
            </a:extLst>
          </p:cNvPr>
          <p:cNvSpPr/>
          <p:nvPr userDrawn="1"/>
        </p:nvSpPr>
        <p:spPr>
          <a:xfrm flipV="1">
            <a:off x="7361582" y="2409583"/>
            <a:ext cx="4497205" cy="40973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32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D4804-4265-85A8-7A9B-A9B3F5D80284}"/>
              </a:ext>
            </a:extLst>
          </p:cNvPr>
          <p:cNvSpPr>
            <a:spLocks noGrp="1"/>
          </p:cNvSpPr>
          <p:nvPr>
            <p:ph type="title"/>
          </p:nvPr>
        </p:nvSpPr>
        <p:spPr>
          <a:xfrm>
            <a:off x="822960" y="5029200"/>
            <a:ext cx="7525512" cy="1005840"/>
          </a:xfrm>
        </p:spPr>
        <p:txBody>
          <a:bodyPr>
            <a:normAutofit/>
          </a:bodyPr>
          <a:lstStyle>
            <a:lvl1pPr>
              <a:lnSpc>
                <a:spcPct val="110000"/>
              </a:lnSpc>
              <a:defRPr sz="18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B2D6F9C-47CA-A6AB-CB31-599736C61655}"/>
              </a:ext>
            </a:extLst>
          </p:cNvPr>
          <p:cNvSpPr>
            <a:spLocks noGrp="1"/>
          </p:cNvSpPr>
          <p:nvPr>
            <p:ph sz="quarter" idx="14" hasCustomPrompt="1"/>
          </p:nvPr>
        </p:nvSpPr>
        <p:spPr>
          <a:xfrm>
            <a:off x="822960" y="841248"/>
            <a:ext cx="10543032" cy="4151376"/>
          </a:xfrm>
        </p:spPr>
        <p:txBody>
          <a:bodyPr anchor="b">
            <a:normAutofit/>
          </a:bodyPr>
          <a:lstStyle>
            <a:lvl1pPr marL="0" indent="0">
              <a:lnSpc>
                <a:spcPct val="90000"/>
              </a:lnSpc>
              <a:buNone/>
              <a:defRPr sz="19300" b="1" baseline="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D6F51461-EBBE-4007-A7FA-8D550B1815C8}" type="datetime1">
              <a:rPr lang="en-US" smtClean="0"/>
              <a:t>12/19/2025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CA7D478B-3CC8-9331-3B4F-2130EA892404}"/>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41183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841248"/>
            <a:ext cx="10543032" cy="4169664"/>
          </a:xfrm>
        </p:spPr>
        <p:txBody>
          <a:bodyPr anchor="b">
            <a:normAutofit/>
          </a:bodyPr>
          <a:lstStyle>
            <a:lvl1pPr marL="0" indent="0" algn="ctr">
              <a:lnSpc>
                <a:spcPct val="90000"/>
              </a:lnSpc>
              <a:buNone/>
              <a:defRPr sz="193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B57145D9-E600-48F3-8D60-FBB32619D4B7}" type="datetime1">
              <a:rPr lang="en-US" smtClean="0"/>
              <a:t>12/19/2025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5FC0DA6E-8242-883C-15FE-E726DCC36F80}"/>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4993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9924E45-C895-43A4-5C38-357208F050D2}"/>
              </a:ext>
            </a:extLst>
          </p:cNvPr>
          <p:cNvSpPr>
            <a:spLocks noGrp="1"/>
          </p:cNvSpPr>
          <p:nvPr>
            <p:ph type="title"/>
          </p:nvPr>
        </p:nvSpPr>
        <p:spPr>
          <a:xfrm>
            <a:off x="2333244" y="5029200"/>
            <a:ext cx="7525512" cy="914400"/>
          </a:xfrm>
        </p:spPr>
        <p:txBody>
          <a:bodyPr>
            <a:normAutofit/>
          </a:bodyPr>
          <a:lstStyle>
            <a:lvl1pPr algn="ctr">
              <a:lnSpc>
                <a:spcPct val="110000"/>
              </a:lnSpc>
              <a:defRPr sz="1800" b="0">
                <a:solidFill>
                  <a:schemeClr val="tx1"/>
                </a:solidFill>
                <a:latin typeface="+mn-lt"/>
              </a:defRPr>
            </a:lvl1pPr>
          </a:lstStyle>
          <a:p>
            <a:r>
              <a:rPr lang="en-US"/>
              <a:t>Click to edit Master title style</a:t>
            </a:r>
          </a:p>
        </p:txBody>
      </p:sp>
      <p:sp>
        <p:nvSpPr>
          <p:cNvPr id="10" name="Content Placeholder 6">
            <a:extLst>
              <a:ext uri="{FF2B5EF4-FFF2-40B4-BE49-F238E27FC236}">
                <a16:creationId xmlns:a16="http://schemas.microsoft.com/office/drawing/2014/main" id="{F7F1ED0D-FB7E-F1D4-6BB4-DA7FCEA9CD36}"/>
              </a:ext>
            </a:extLst>
          </p:cNvPr>
          <p:cNvSpPr>
            <a:spLocks noGrp="1"/>
          </p:cNvSpPr>
          <p:nvPr>
            <p:ph sz="quarter" idx="13" hasCustomPrompt="1"/>
          </p:nvPr>
        </p:nvSpPr>
        <p:spPr>
          <a:xfrm>
            <a:off x="824484" y="841248"/>
            <a:ext cx="10543032" cy="4167124"/>
          </a:xfrm>
        </p:spPr>
        <p:txBody>
          <a:bodyPr anchor="b">
            <a:normAutofit/>
          </a:bodyPr>
          <a:lstStyle>
            <a:lvl1pPr marL="0" indent="0" algn="ctr">
              <a:lnSpc>
                <a:spcPct val="90000"/>
              </a:lnSpc>
              <a:buNone/>
              <a:defRPr sz="193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988DA9F-3449-4571-B576-325E0AB8D353}" type="datetime1">
              <a:rPr lang="en-US" smtClean="0"/>
              <a:t>12/19/2025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F3106CE9-3864-8C80-F8B7-4C6D0D0E2D97}"/>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86718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7129" y="-1293464"/>
            <a:ext cx="10652760" cy="1133856"/>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7E2BE3E-32CC-3B2E-7AAB-62D6D812CE27}"/>
              </a:ext>
            </a:extLst>
          </p:cNvPr>
          <p:cNvSpPr>
            <a:spLocks noGrp="1"/>
          </p:cNvSpPr>
          <p:nvPr>
            <p:ph sz="quarter" idx="13" hasCustomPrompt="1"/>
          </p:nvPr>
        </p:nvSpPr>
        <p:spPr>
          <a:xfrm>
            <a:off x="1500188" y="1234440"/>
            <a:ext cx="9191625" cy="438912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2AC9CA7-4D60-41A4-A4F0-FD6D94D8C852}" type="datetime1">
              <a:rPr lang="en-US" smtClean="0"/>
              <a:t>12/19/2025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8" name="Rectangle 7">
            <a:extLst>
              <a:ext uri="{FF2B5EF4-FFF2-40B4-BE49-F238E27FC236}">
                <a16:creationId xmlns:a16="http://schemas.microsoft.com/office/drawing/2014/main" id="{CC1D1BF1-778B-0A57-4F7E-BC57330C7085}"/>
              </a:ext>
            </a:extLst>
          </p:cNvPr>
          <p:cNvSpPr/>
          <p:nvPr/>
        </p:nvSpPr>
        <p:spPr>
          <a:xfrm>
            <a:off x="1121981" y="874987"/>
            <a:ext cx="9941944" cy="510802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553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5801"/>
            <a:ext cx="10652760" cy="1133856"/>
          </a:xfrm>
        </p:spPr>
        <p:txBody>
          <a:bodyPr/>
          <a:lstStyle/>
          <a:p>
            <a:r>
              <a:rPr lang="en-US"/>
              <a:t>Click to edit Master title style</a:t>
            </a:r>
          </a:p>
        </p:txBody>
      </p:sp>
      <p:sp>
        <p:nvSpPr>
          <p:cNvPr id="11" name="Content Placeholder 10">
            <a:extLst>
              <a:ext uri="{FF2B5EF4-FFF2-40B4-BE49-F238E27FC236}">
                <a16:creationId xmlns:a16="http://schemas.microsoft.com/office/drawing/2014/main" id="{98ADCAC8-6FF3-EC2A-EFD7-95A819EA2E48}"/>
              </a:ext>
            </a:extLst>
          </p:cNvPr>
          <p:cNvSpPr>
            <a:spLocks noGrp="1"/>
          </p:cNvSpPr>
          <p:nvPr>
            <p:ph sz="quarter" idx="14" hasCustomPrompt="1"/>
          </p:nvPr>
        </p:nvSpPr>
        <p:spPr>
          <a:xfrm>
            <a:off x="795527" y="685799"/>
            <a:ext cx="10698480" cy="5486400"/>
          </a:xfrm>
        </p:spPr>
        <p:txBody>
          <a:bodyPr anchor="ctr">
            <a:noAutofit/>
          </a:bodyPr>
          <a:lstStyle>
            <a:lvl1pPr marL="0" indent="0">
              <a:buNone/>
              <a:defRPr sz="4800">
                <a:latin typeface="+mj-lt"/>
              </a:defRPr>
            </a:lvl1pPr>
            <a:lvl2pPr marL="228600" indent="0">
              <a:buNone/>
              <a:defRPr sz="4800">
                <a:latin typeface="+mj-lt"/>
              </a:defRPr>
            </a:lvl2pPr>
            <a:lvl3pPr marL="457200" indent="0">
              <a:buNone/>
              <a:defRPr sz="4800">
                <a:latin typeface="+mj-lt"/>
              </a:defRPr>
            </a:lvl3pPr>
            <a:lvl4pPr marL="685800" indent="0">
              <a:buNone/>
              <a:defRPr sz="4800">
                <a:latin typeface="+mj-lt"/>
              </a:defRPr>
            </a:lvl4pPr>
            <a:lvl5pPr marL="914400" indent="0">
              <a:buNone/>
              <a:defRPr sz="480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12/19/2025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4575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7" y="-1293562"/>
            <a:ext cx="10652760" cy="1133856"/>
          </a:xfrm>
        </p:spPr>
        <p:txBody>
          <a:bodyPr/>
          <a:lstStyle/>
          <a:p>
            <a:r>
              <a:rPr lang="en-US"/>
              <a:t>Click to edit Master title style</a:t>
            </a:r>
          </a:p>
        </p:txBody>
      </p:sp>
      <p:sp>
        <p:nvSpPr>
          <p:cNvPr id="8" name="Content Placeholder 6">
            <a:extLst>
              <a:ext uri="{FF2B5EF4-FFF2-40B4-BE49-F238E27FC236}">
                <a16:creationId xmlns:a16="http://schemas.microsoft.com/office/drawing/2014/main" id="{E0C99F09-6747-AD83-83AF-D9553E570144}"/>
              </a:ext>
            </a:extLst>
          </p:cNvPr>
          <p:cNvSpPr>
            <a:spLocks noGrp="1"/>
          </p:cNvSpPr>
          <p:nvPr>
            <p:ph sz="quarter" idx="13" hasCustomPrompt="1"/>
          </p:nvPr>
        </p:nvSpPr>
        <p:spPr>
          <a:xfrm>
            <a:off x="795527" y="685800"/>
            <a:ext cx="10698480" cy="5486400"/>
          </a:xfrm>
        </p:spPr>
        <p:txBody>
          <a:bodyPr anchor="ctr">
            <a:normAutofit/>
          </a:bodyPr>
          <a:lstStyle>
            <a:lvl1pPr marL="0" indent="0" algn="ctr">
              <a:lnSpc>
                <a:spcPct val="100000"/>
              </a:lnSpc>
              <a:buNone/>
              <a:defRPr sz="4800" b="0">
                <a:latin typeface="+mj-lt"/>
              </a:defRPr>
            </a:lvl1pPr>
            <a:lvl2pPr marL="228600" indent="0" algn="ctr">
              <a:lnSpc>
                <a:spcPct val="100000"/>
              </a:lnSpc>
              <a:buNone/>
              <a:defRPr sz="4800" b="0">
                <a:latin typeface="+mj-lt"/>
              </a:defRPr>
            </a:lvl2pPr>
            <a:lvl3pPr marL="457200" indent="0" algn="ctr">
              <a:lnSpc>
                <a:spcPct val="100000"/>
              </a:lnSpc>
              <a:buNone/>
              <a:defRPr sz="4800" b="0">
                <a:latin typeface="+mj-lt"/>
              </a:defRPr>
            </a:lvl3pPr>
            <a:lvl4pPr marL="685800" indent="0" algn="ctr">
              <a:lnSpc>
                <a:spcPct val="100000"/>
              </a:lnSpc>
              <a:buNone/>
              <a:defRPr sz="4800" b="0">
                <a:latin typeface="+mj-lt"/>
              </a:defRPr>
            </a:lvl4pPr>
            <a:lvl5pPr marL="914400" indent="0" algn="ctr">
              <a:lnSpc>
                <a:spcPct val="100000"/>
              </a:lnSpc>
              <a:buNone/>
              <a:defRPr sz="48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BB4E8A-F766-4B4E-BA35-31ABBD66791B}" type="datetime1">
              <a:rPr lang="en-US" smtClean="0"/>
              <a:t>12/19/2025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9" name="Rectangle 8">
            <a:extLst>
              <a:ext uri="{FF2B5EF4-FFF2-40B4-BE49-F238E27FC236}">
                <a16:creationId xmlns:a16="http://schemas.microsoft.com/office/drawing/2014/main" id="{D28DBB70-84D2-1F96-C132-E1127669A16F}"/>
              </a:ext>
            </a:extLst>
          </p:cNvPr>
          <p:cNvSpPr/>
          <p:nvPr/>
        </p:nvSpPr>
        <p:spPr>
          <a:xfrm>
            <a:off x="337457" y="351065"/>
            <a:ext cx="11517086" cy="6155871"/>
          </a:xfrm>
          <a:prstGeom prst="rect">
            <a:avLst/>
          </a:prstGeom>
          <a:noFill/>
          <a:ln w="19050">
            <a:solidFill>
              <a:schemeClr val="tx1">
                <a:alpha val="96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1361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71118" y="5097029"/>
            <a:ext cx="9246805" cy="594321"/>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74077" y="1188719"/>
            <a:ext cx="9243846" cy="3148857"/>
          </a:xfrm>
        </p:spPr>
        <p:txBody>
          <a:bodyPr anchor="t">
            <a:normAutofit/>
          </a:bodyPr>
          <a:lstStyle>
            <a:lvl1pPr marL="164592" indent="-164592">
              <a:lnSpc>
                <a:spcPct val="100000"/>
              </a:lnSpc>
              <a:spcBef>
                <a:spcPts val="0"/>
              </a:spcBef>
              <a:buNone/>
              <a:defRPr sz="4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08ED2632-1039-4FCE-A210-396E8C7520B2}" type="datetime1">
              <a:rPr lang="en-US" smtClean="0"/>
              <a:t>12/19/2025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Rectangle 10">
            <a:extLst>
              <a:ext uri="{FF2B5EF4-FFF2-40B4-BE49-F238E27FC236}">
                <a16:creationId xmlns:a16="http://schemas.microsoft.com/office/drawing/2014/main" id="{D0EDF265-9439-7BBC-B79E-33CC94E2DC55}"/>
              </a:ext>
            </a:extLst>
          </p:cNvPr>
          <p:cNvSpPr/>
          <p:nvPr/>
        </p:nvSpPr>
        <p:spPr>
          <a:xfrm>
            <a:off x="1125028" y="4775289"/>
            <a:ext cx="9941944" cy="120772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37F47E6-58A4-FEC6-08F5-85426FD8908C}"/>
              </a:ext>
            </a:extLst>
          </p:cNvPr>
          <p:cNvSpPr/>
          <p:nvPr userDrawn="1"/>
        </p:nvSpPr>
        <p:spPr>
          <a:xfrm>
            <a:off x="1123548" y="869544"/>
            <a:ext cx="9941944" cy="374245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9157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885825" y="5407940"/>
            <a:ext cx="10420350"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85825" y="841248"/>
            <a:ext cx="10420350" cy="3291840"/>
          </a:xfrm>
        </p:spPr>
        <p:txBody>
          <a:bodyPr anchor="ctr">
            <a:normAutofit/>
          </a:bodyPr>
          <a:lstStyle>
            <a:lvl1pPr marL="164592" indent="-164592" algn="ctr">
              <a:lnSpc>
                <a:spcPct val="100000"/>
              </a:lnSpc>
              <a:spcBef>
                <a:spcPts val="0"/>
              </a:spcBef>
              <a:buNone/>
              <a:defRPr sz="4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C506D844-928B-4334-9530-404CD7C81364}" type="datetime1">
              <a:rPr lang="en-US" smtClean="0"/>
              <a:t>12/19/2025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6EDB8923-0D4C-46A4-1BC9-B4AAB7ABEC11}"/>
              </a:ext>
            </a:extLst>
          </p:cNvPr>
          <p:cNvSpPr/>
          <p:nvPr userDrawn="1"/>
        </p:nvSpPr>
        <p:spPr>
          <a:xfrm>
            <a:off x="337457" y="4775289"/>
            <a:ext cx="11517086" cy="173164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BA5BE4-3999-E20A-4360-E5F71C4A185E}"/>
              </a:ext>
            </a:extLst>
          </p:cNvPr>
          <p:cNvSpPr/>
          <p:nvPr userDrawn="1"/>
        </p:nvSpPr>
        <p:spPr>
          <a:xfrm>
            <a:off x="337457" y="351066"/>
            <a:ext cx="11517086" cy="425679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04454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986891" y="5669280"/>
            <a:ext cx="8805672"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809498" y="1097280"/>
            <a:ext cx="9198864" cy="3328416"/>
          </a:xfrm>
        </p:spPr>
        <p:txBody>
          <a:bodyPr anchor="ctr">
            <a:normAutofit/>
          </a:bodyPr>
          <a:lstStyle>
            <a:lvl1pPr marL="164592" indent="-164592">
              <a:lnSpc>
                <a:spcPct val="100000"/>
              </a:lnSpc>
              <a:spcBef>
                <a:spcPts val="0"/>
              </a:spcBef>
              <a:buNone/>
              <a:defRPr sz="42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28E703B-AD10-45EB-9C69-399306B4449A}" type="datetime1">
              <a:rPr lang="en-US" smtClean="0"/>
              <a:t>12/19/2025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5AEBA90C-6E3D-2EA7-0292-1F928A070042}"/>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74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4D17117-BBA9-4972-76C2-EAFE70BD1CDA}"/>
              </a:ext>
            </a:extLst>
          </p:cNvPr>
          <p:cNvSpPr>
            <a:spLocks noGrp="1"/>
          </p:cNvSpPr>
          <p:nvPr>
            <p:ph type="title"/>
          </p:nvPr>
        </p:nvSpPr>
        <p:spPr>
          <a:xfrm>
            <a:off x="794656" y="842463"/>
            <a:ext cx="10616184" cy="1133856"/>
          </a:xfrm>
        </p:spPr>
        <p:txBody>
          <a:bodyPr/>
          <a:lstStyle>
            <a:lvl1pPr>
              <a:defRPr/>
            </a:lvl1pPr>
          </a:lstStyle>
          <a:p>
            <a:r>
              <a:rPr lang="en-US"/>
              <a:t>Click to edit Master title style</a:t>
            </a:r>
          </a:p>
        </p:txBody>
      </p:sp>
      <p:sp>
        <p:nvSpPr>
          <p:cNvPr id="4" name="Content Placeholder 3">
            <a:extLst>
              <a:ext uri="{FF2B5EF4-FFF2-40B4-BE49-F238E27FC236}">
                <a16:creationId xmlns:a16="http://schemas.microsoft.com/office/drawing/2014/main" id="{B1EC3D10-12BE-0828-A6FA-C33C4BFCD9C6}"/>
              </a:ext>
            </a:extLst>
          </p:cNvPr>
          <p:cNvSpPr>
            <a:spLocks noGrp="1"/>
          </p:cNvSpPr>
          <p:nvPr>
            <p:ph sz="quarter" idx="15"/>
          </p:nvPr>
        </p:nvSpPr>
        <p:spPr>
          <a:xfrm>
            <a:off x="795338" y="2217738"/>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CCA2E261-8EB7-B6E1-F84F-2C8AA00E012F}"/>
              </a:ext>
            </a:extLst>
          </p:cNvPr>
          <p:cNvSpPr>
            <a:spLocks noGrp="1"/>
          </p:cNvSpPr>
          <p:nvPr>
            <p:ph sz="quarter" idx="16"/>
          </p:nvPr>
        </p:nvSpPr>
        <p:spPr>
          <a:xfrm>
            <a:off x="6538803" y="2189669"/>
            <a:ext cx="4872037"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C99F73C-A859-4554-A313-766C75404450}" type="datetime1">
              <a:rPr lang="en-US" smtClean="0"/>
              <a:t>12/19/2025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Rectangle 2">
            <a:extLst>
              <a:ext uri="{FF2B5EF4-FFF2-40B4-BE49-F238E27FC236}">
                <a16:creationId xmlns:a16="http://schemas.microsoft.com/office/drawing/2014/main" id="{3A4F54CE-D52E-B9AA-434C-FDF3F79B9698}"/>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431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CF980F-8A96-8628-DE09-B13E23F3D1A8}"/>
              </a:ext>
            </a:extLst>
          </p:cNvPr>
          <p:cNvSpPr>
            <a:spLocks noGrp="1"/>
          </p:cNvSpPr>
          <p:nvPr>
            <p:ph type="title"/>
          </p:nvPr>
        </p:nvSpPr>
        <p:spPr>
          <a:xfrm>
            <a:off x="794656" y="842464"/>
            <a:ext cx="10613572" cy="822960"/>
          </a:xfrm>
        </p:spPr>
        <p:txBody>
          <a:bodyPr/>
          <a:lstStyle>
            <a:lvl1pPr>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94656" y="1737360"/>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752397E2-59D6-9B15-C816-A5E09CBA601E}"/>
              </a:ext>
            </a:extLst>
          </p:cNvPr>
          <p:cNvSpPr>
            <a:spLocks noGrp="1"/>
          </p:cNvSpPr>
          <p:nvPr>
            <p:ph sz="quarter" idx="15"/>
          </p:nvPr>
        </p:nvSpPr>
        <p:spPr>
          <a:xfrm>
            <a:off x="795338" y="2378075"/>
            <a:ext cx="5157787" cy="363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51012" y="1737360"/>
            <a:ext cx="5157216"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3">
            <a:extLst>
              <a:ext uri="{FF2B5EF4-FFF2-40B4-BE49-F238E27FC236}">
                <a16:creationId xmlns:a16="http://schemas.microsoft.com/office/drawing/2014/main" id="{3E12D3BA-867F-1CF3-4F97-52D6461219E0}"/>
              </a:ext>
            </a:extLst>
          </p:cNvPr>
          <p:cNvSpPr>
            <a:spLocks noGrp="1"/>
          </p:cNvSpPr>
          <p:nvPr>
            <p:ph sz="quarter" idx="16"/>
          </p:nvPr>
        </p:nvSpPr>
        <p:spPr>
          <a:xfrm>
            <a:off x="6251012" y="2378075"/>
            <a:ext cx="5157216" cy="363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F64D68B-28A2-4855-B3C1-2440696AF665}" type="datetime1">
              <a:rPr lang="en-US" smtClean="0"/>
              <a:t>12/19/2025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4" name="Rectangle 3">
            <a:extLst>
              <a:ext uri="{FF2B5EF4-FFF2-40B4-BE49-F238E27FC236}">
                <a16:creationId xmlns:a16="http://schemas.microsoft.com/office/drawing/2014/main" id="{CB55CCF7-A846-6AC9-BA7F-5289CB5E60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85602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42212-3064-51ED-5F30-52A0C7F61F16}"/>
              </a:ext>
            </a:extLst>
          </p:cNvPr>
          <p:cNvSpPr>
            <a:spLocks noGrp="1"/>
          </p:cNvSpPr>
          <p:nvPr>
            <p:ph type="title"/>
          </p:nvPr>
        </p:nvSpPr>
        <p:spPr>
          <a:xfrm>
            <a:off x="794656" y="842464"/>
            <a:ext cx="10613572" cy="1099457"/>
          </a:xfrm>
        </p:spPr>
        <p:txBody>
          <a:bodyPr/>
          <a:lstStyle>
            <a:lvl1pPr>
              <a:defRPr/>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69DAC0D-566B-40F6-B3F6-72A0E1EDF8FC}" type="datetime1">
              <a:rPr lang="en-US" smtClean="0"/>
              <a:t>12/19/2025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2" name="Rectangle 1">
            <a:extLst>
              <a:ext uri="{FF2B5EF4-FFF2-40B4-BE49-F238E27FC236}">
                <a16:creationId xmlns:a16="http://schemas.microsoft.com/office/drawing/2014/main" id="{889C737F-7905-466F-C06F-F52007DA2F3F}"/>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033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34F2907-BCBA-412E-9539-603ECFD8F450}" type="datetime1">
              <a:rPr lang="en-US" smtClean="0"/>
              <a:t>12/19/2025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6" name="Rectangle 5">
            <a:extLst>
              <a:ext uri="{FF2B5EF4-FFF2-40B4-BE49-F238E27FC236}">
                <a16:creationId xmlns:a16="http://schemas.microsoft.com/office/drawing/2014/main" id="{8A90F8C8-2D2A-CF06-5953-711CD27DB9B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042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95527" y="841248"/>
            <a:ext cx="3614111"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95528" y="2794000"/>
            <a:ext cx="3614112" cy="3237592"/>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37736" y="826408"/>
            <a:ext cx="6440258" cy="5205184"/>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DC6EE26-0A88-4974-AF99-F8A1B22A826A}" type="datetime1">
              <a:rPr lang="en-US" smtClean="0"/>
              <a:t>12/19/2025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5DAB5266-1EFE-EBA4-DA76-9931733DF23D}"/>
              </a:ext>
            </a:extLst>
          </p:cNvPr>
          <p:cNvSpPr/>
          <p:nvPr/>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67877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95528" y="841248"/>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16059" y="3072019"/>
            <a:ext cx="3585586" cy="2951084"/>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0">
            <a:extLst>
              <a:ext uri="{FF2B5EF4-FFF2-40B4-BE49-F238E27FC236}">
                <a16:creationId xmlns:a16="http://schemas.microsoft.com/office/drawing/2014/main" id="{45E786F4-7682-486A-34C1-04BEC2E2FC43}"/>
              </a:ext>
            </a:extLst>
          </p:cNvPr>
          <p:cNvSpPr>
            <a:spLocks noGrp="1"/>
          </p:cNvSpPr>
          <p:nvPr>
            <p:ph type="pic" sz="quarter" idx="17" hasCustomPrompt="1"/>
          </p:nvPr>
        </p:nvSpPr>
        <p:spPr>
          <a:xfrm>
            <a:off x="5027693" y="351064"/>
            <a:ext cx="6826850" cy="6155870"/>
          </a:xfrm>
          <a:blipFill dpi="0" rotWithShape="1">
            <a:blip r:embed="rId2">
              <a:alphaModFix amt="50000"/>
              <a:extLst>
                <a:ext uri="{28A0092B-C50C-407E-A947-70E740481C1C}">
                  <a14:useLocalDpi xmlns:a14="http://schemas.microsoft.com/office/drawing/2010/main" val="0"/>
                </a:ext>
              </a:extLst>
            </a:blip>
            <a:srcRect/>
            <a:stretch>
              <a:fillRect/>
            </a:stretch>
          </a:blipFill>
          <a:ln w="19050">
            <a:noFill/>
            <a:miter lim="800000"/>
          </a:ln>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B9CEA849-C5D8-4949-916D-70A31634CC93}" type="datetime1">
              <a:rPr lang="en-US" smtClean="0"/>
              <a:t>12/19/2025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8" name="Rectangle 7">
            <a:extLst>
              <a:ext uri="{FF2B5EF4-FFF2-40B4-BE49-F238E27FC236}">
                <a16:creationId xmlns:a16="http://schemas.microsoft.com/office/drawing/2014/main" id="{C8B15393-78B7-1299-9758-CF580DF4FE4C}"/>
              </a:ext>
            </a:extLst>
          </p:cNvPr>
          <p:cNvSpPr/>
          <p:nvPr/>
        </p:nvSpPr>
        <p:spPr>
          <a:xfrm>
            <a:off x="337457" y="351065"/>
            <a:ext cx="4539531"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018359C-9A26-486B-945E-75252E555425}"/>
              </a:ext>
            </a:extLst>
          </p:cNvPr>
          <p:cNvSpPr/>
          <p:nvPr userDrawn="1"/>
        </p:nvSpPr>
        <p:spPr>
          <a:xfrm>
            <a:off x="5032196" y="351063"/>
            <a:ext cx="6826850"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41909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4464" y="731520"/>
            <a:ext cx="10863072" cy="1901952"/>
          </a:xfrm>
        </p:spPr>
        <p:txBody>
          <a:bodyPr anchor="ctr" anchorCtr="0">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2" y="3465576"/>
            <a:ext cx="10863072"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1E6060-C53E-4F28-8D83-0C4FB26C4A3F}"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7218B384-4BC1-E524-57EF-0774C70BAF79}"/>
              </a:ext>
            </a:extLst>
          </p:cNvPr>
          <p:cNvSpPr/>
          <p:nvPr userDrawn="1"/>
        </p:nvSpPr>
        <p:spPr>
          <a:xfrm>
            <a:off x="337457" y="3159582"/>
            <a:ext cx="11517086" cy="334735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B1C7440-F236-F77D-9637-983809E9B84B}"/>
              </a:ext>
            </a:extLst>
          </p:cNvPr>
          <p:cNvSpPr/>
          <p:nvPr userDrawn="1"/>
        </p:nvSpPr>
        <p:spPr>
          <a:xfrm>
            <a:off x="337457" y="351065"/>
            <a:ext cx="11517086" cy="26452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21139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627318"/>
            <a:ext cx="8430767" cy="1828800"/>
          </a:xfrm>
        </p:spPr>
        <p:txBody>
          <a:bodyPr anchor="b" anchorCtr="0">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3622674"/>
            <a:ext cx="8430639"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D3D1E3E-5DD4-4BAD-A138-1254BF94C224}" type="datetime1">
              <a:rPr lang="en-US" smtClean="0"/>
              <a:t>12/19/2025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2AE7AAF8-1CC5-AC91-1BB2-212E591F7ADC}"/>
              </a:ext>
            </a:extLst>
          </p:cNvPr>
          <p:cNvSpPr/>
          <p:nvPr userDrawn="1"/>
        </p:nvSpPr>
        <p:spPr>
          <a:xfrm>
            <a:off x="337457" y="351065"/>
            <a:ext cx="11517086" cy="6155871"/>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67982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498770"/>
            <a:ext cx="3494314" cy="359229"/>
          </a:xfrm>
          <a:prstGeom prst="rect">
            <a:avLst/>
          </a:prstGeom>
        </p:spPr>
        <p:txBody>
          <a:bodyPr vert="horz" lIns="91440" tIns="45720" rIns="91440" bIns="45720" rtlCol="0" anchor="ctr"/>
          <a:lstStyle>
            <a:lvl1pPr algn="l" rtl="0">
              <a:defRPr sz="900">
                <a:solidFill>
                  <a:schemeClr val="tx1"/>
                </a:solidFill>
              </a:defRPr>
            </a:lvl1pPr>
          </a:lstStyle>
          <a:p>
            <a:fld id="{CA325475-EA0F-49B2-A586-CC0D8CB91667}" type="datetime1">
              <a:rPr lang="en-US" smtClean="0"/>
              <a:pPr/>
              <a:t>12/19/2025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117045" y="6498770"/>
            <a:ext cx="2759743" cy="359229"/>
          </a:xfrm>
          <a:prstGeom prst="rect">
            <a:avLst/>
          </a:prstGeom>
        </p:spPr>
        <p:txBody>
          <a:bodyPr vert="horz" lIns="91440" tIns="45720" rIns="91440" bIns="45720" rtlCol="0" anchor="ctr"/>
          <a:lstStyle>
            <a:lvl1pPr algn="r" rtl="0">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90446" y="6498770"/>
            <a:ext cx="379443" cy="35922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77754749"/>
      </p:ext>
    </p:extLst>
  </p:cSld>
  <p:clrMap bg1="dk1" tx1="lt1" bg2="dk2" tx2="lt2" accent1="accent1" accent2="accent2" accent3="accent3" accent4="accent4" accent5="accent5" accent6="accent6" hlink="hlink" folHlink="folHlink"/>
  <p:sldLayoutIdLst>
    <p:sldLayoutId id="2147483883" r:id="rId1"/>
    <p:sldLayoutId id="2147483827" r:id="rId2"/>
    <p:sldLayoutId id="2147483828" r:id="rId3"/>
    <p:sldLayoutId id="2147483829" r:id="rId4"/>
    <p:sldLayoutId id="2147483826" r:id="rId5"/>
    <p:sldLayoutId id="2147483830" r:id="rId6"/>
    <p:sldLayoutId id="2147483831" r:id="rId7"/>
    <p:sldLayoutId id="2147483832" r:id="rId8"/>
    <p:sldLayoutId id="2147483833" r:id="rId9"/>
    <p:sldLayoutId id="2147483835" r:id="rId10"/>
    <p:sldLayoutId id="2147483836" r:id="rId11"/>
    <p:sldLayoutId id="2147483837" r:id="rId12"/>
    <p:sldLayoutId id="2147483838" r:id="rId13"/>
    <p:sldLayoutId id="2147483839" r:id="rId14"/>
    <p:sldLayoutId id="2147483840" r:id="rId15"/>
    <p:sldLayoutId id="2147483841" r:id="rId16"/>
    <p:sldLayoutId id="2147483885" r:id="rId17"/>
    <p:sldLayoutId id="2147483851" r:id="rId18"/>
    <p:sldLayoutId id="2147483852" r:id="rId19"/>
    <p:sldLayoutId id="2147483881" r:id="rId20"/>
    <p:sldLayoutId id="2147483846" r:id="rId21"/>
    <p:sldLayoutId id="2147483847" r:id="rId22"/>
    <p:sldLayoutId id="2147483842" r:id="rId23"/>
    <p:sldLayoutId id="2147483843" r:id="rId24"/>
    <p:sldLayoutId id="2147483882" r:id="rId25"/>
    <p:sldLayoutId id="2147483889" r:id="rId26"/>
    <p:sldLayoutId id="2147483848" r:id="rId27"/>
    <p:sldLayoutId id="2147483849" r:id="rId28"/>
    <p:sldLayoutId id="2147483856" r:id="rId29"/>
    <p:sldLayoutId id="2147483850" r:id="rId30"/>
    <p:sldLayoutId id="2147483890" r:id="rId31"/>
    <p:sldLayoutId id="2147483844" r:id="rId32"/>
    <p:sldLayoutId id="2147483845" r:id="rId33"/>
    <p:sldLayoutId id="2147483857" r:id="rId34"/>
    <p:sldLayoutId id="2147483884" r:id="rId35"/>
    <p:sldLayoutId id="2147483887" r:id="rId36"/>
    <p:sldLayoutId id="2147483859" r:id="rId37"/>
    <p:sldLayoutId id="2147483860" r:id="rId38"/>
    <p:sldLayoutId id="2147483861" r:id="rId39"/>
    <p:sldLayoutId id="2147483862" r:id="rId40"/>
    <p:sldLayoutId id="2147483864" r:id="rId41"/>
    <p:sldLayoutId id="2147483888" r:id="rId42"/>
    <p:sldLayoutId id="2147483865" r:id="rId43"/>
    <p:sldLayoutId id="2147483866" r:id="rId44"/>
    <p:sldLayoutId id="2147483867" r:id="rId45"/>
    <p:sldLayoutId id="2147483868" r:id="rId46"/>
    <p:sldLayoutId id="2147483869" r:id="rId47"/>
    <p:sldLayoutId id="2147483870" r:id="rId48"/>
    <p:sldLayoutId id="2147483871" r:id="rId49"/>
    <p:sldLayoutId id="2147483872" r:id="rId50"/>
    <p:sldLayoutId id="2147483873" r:id="rId51"/>
    <p:sldLayoutId id="2147483944" r:id="rId52"/>
    <p:sldLayoutId id="2147483945" r:id="rId53"/>
  </p:sldLayoutIdLst>
  <p:hf sldNum="0" hdr="0" ftr="0" dt="0"/>
  <p:txStyles>
    <p:titleStyle>
      <a:lvl1pPr algn="l" defTabSz="914400" rtl="0" eaLnBrk="1" latinLnBrk="0" hangingPunct="1">
        <a:lnSpc>
          <a:spcPct val="80000"/>
        </a:lnSpc>
        <a:spcBef>
          <a:spcPct val="0"/>
        </a:spcBef>
        <a:buNone/>
        <a:defRPr sz="4000" b="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D7C2-3DA9-CA70-220C-4AACF54C1AAD}"/>
              </a:ext>
            </a:extLst>
          </p:cNvPr>
          <p:cNvSpPr>
            <a:spLocks noGrp="1"/>
          </p:cNvSpPr>
          <p:nvPr>
            <p:ph type="title"/>
          </p:nvPr>
        </p:nvSpPr>
        <p:spPr>
          <a:xfrm>
            <a:off x="1014909" y="1170244"/>
            <a:ext cx="10643616" cy="3346704"/>
          </a:xfrm>
        </p:spPr>
        <p:txBody>
          <a:bodyPr anchor="t">
            <a:normAutofit/>
          </a:bodyPr>
          <a:lstStyle/>
          <a:p>
            <a:pPr algn="ctr"/>
            <a:r>
              <a:rPr lang="en-US" dirty="0"/>
              <a:t>Maze Solver Project using BFS Algorithm</a:t>
            </a:r>
          </a:p>
        </p:txBody>
      </p:sp>
    </p:spTree>
    <p:extLst>
      <p:ext uri="{BB962C8B-B14F-4D97-AF65-F5344CB8AC3E}">
        <p14:creationId xmlns:p14="http://schemas.microsoft.com/office/powerpoint/2010/main" val="428483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31E0D-8192-087F-652D-DAB224C20638}"/>
              </a:ext>
            </a:extLst>
          </p:cNvPr>
          <p:cNvSpPr>
            <a:spLocks noGrp="1"/>
          </p:cNvSpPr>
          <p:nvPr>
            <p:ph type="title"/>
          </p:nvPr>
        </p:nvSpPr>
        <p:spPr>
          <a:xfrm>
            <a:off x="1011381" y="1526030"/>
            <a:ext cx="10280073" cy="3184516"/>
          </a:xfrm>
        </p:spPr>
        <p:txBody>
          <a:bodyPr anchor="b">
            <a:normAutofit/>
          </a:bodyPr>
          <a:lstStyle/>
          <a:p>
            <a:pPr algn="ctr"/>
            <a:r>
              <a:rPr lang="en-US" dirty="0"/>
              <a:t>Introduction and Project Overview</a:t>
            </a:r>
          </a:p>
        </p:txBody>
      </p:sp>
    </p:spTree>
    <p:extLst>
      <p:ext uri="{BB962C8B-B14F-4D97-AF65-F5344CB8AC3E}">
        <p14:creationId xmlns:p14="http://schemas.microsoft.com/office/powerpoint/2010/main" val="4193291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F557-93E9-B5B6-7B5D-F5B9E43C3543}"/>
              </a:ext>
            </a:extLst>
          </p:cNvPr>
          <p:cNvSpPr>
            <a:spLocks noGrp="1"/>
          </p:cNvSpPr>
          <p:nvPr>
            <p:ph type="title"/>
          </p:nvPr>
        </p:nvSpPr>
        <p:spPr>
          <a:xfrm>
            <a:off x="612648" y="599599"/>
            <a:ext cx="4672584" cy="1453896"/>
          </a:xfrm>
        </p:spPr>
        <p:txBody>
          <a:bodyPr anchor="t">
            <a:normAutofit/>
          </a:bodyPr>
          <a:lstStyle/>
          <a:p>
            <a:r>
              <a:rPr lang="en-US"/>
              <a:t>Title and Team Information</a:t>
            </a:r>
          </a:p>
        </p:txBody>
      </p:sp>
      <p:pic>
        <p:nvPicPr>
          <p:cNvPr id="5" name="Content Placeholder 4" descr="Top view image of a mage artwork">
            <a:extLst>
              <a:ext uri="{FF2B5EF4-FFF2-40B4-BE49-F238E27FC236}">
                <a16:creationId xmlns:a16="http://schemas.microsoft.com/office/drawing/2014/main" id="{2E08D4EC-5D16-4C31-BE5D-7082AD449324}"/>
              </a:ext>
            </a:extLst>
          </p:cNvPr>
          <p:cNvPicPr>
            <a:picLocks noGrp="1" noChangeAspect="1"/>
          </p:cNvPicPr>
          <p:nvPr>
            <p:ph type="pic" sz="quarter" idx="15"/>
          </p:nvPr>
        </p:nvPicPr>
        <p:blipFill>
          <a:blip r:embed="rId3"/>
          <a:srcRect l="4607" r="3" b="3"/>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5F408D08-EDB1-03DE-CA83-CA7EE7F9BE2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dirty="0"/>
              <a:t>Project Overview</a:t>
            </a:r>
          </a:p>
          <a:p>
            <a:pPr marL="0" lvl="1" indent="0">
              <a:buFont typeface="Arial" panose="020B0604020202020204" pitchFamily="34" charset="0"/>
              <a:buNone/>
            </a:pPr>
            <a:r>
              <a:rPr dirty="0"/>
              <a:t>The project focuses on solving mazes using BFS to find the shortest path efficiently within grid-based structures.</a:t>
            </a:r>
            <a:endParaRPr lang="en-US" dirty="0"/>
          </a:p>
          <a:p>
            <a:pPr marL="0" indent="0">
              <a:spcBef>
                <a:spcPts val="2500"/>
              </a:spcBef>
              <a:buFont typeface="Arial" panose="020B0604020202020204" pitchFamily="34" charset="0"/>
              <a:buNone/>
            </a:pPr>
            <a:r>
              <a:rPr lang="en-US" b="1" dirty="0"/>
              <a:t>Team Members</a:t>
            </a:r>
          </a:p>
          <a:p>
            <a:pPr marL="0" lvl="1" indent="0">
              <a:buFont typeface="Arial" panose="020B0604020202020204" pitchFamily="34" charset="0"/>
              <a:buNone/>
            </a:pPr>
            <a:r>
              <a:rPr dirty="0"/>
              <a:t>Developed by Tarek Mostafa Kame</a:t>
            </a:r>
            <a:r>
              <a:rPr lang="en-US" dirty="0"/>
              <a:t>l (2302162)</a:t>
            </a:r>
          </a:p>
          <a:p>
            <a:pPr marL="0" lvl="1" indent="0">
              <a:buFont typeface="Arial" panose="020B0604020202020204" pitchFamily="34" charset="0"/>
              <a:buNone/>
            </a:pPr>
            <a:r>
              <a:rPr dirty="0"/>
              <a:t>and Ibraheem Mohammed Abd El-</a:t>
            </a:r>
            <a:r>
              <a:rPr dirty="0" err="1"/>
              <a:t>Twab</a:t>
            </a:r>
            <a:r>
              <a:rPr lang="en-US" dirty="0"/>
              <a:t> (2301915)</a:t>
            </a:r>
            <a:endParaRPr lang="en-US" b="1" dirty="0"/>
          </a:p>
          <a:p>
            <a:pPr marL="0" lvl="1" indent="0">
              <a:buFont typeface="Arial" panose="020B0604020202020204" pitchFamily="34" charset="0"/>
              <a:buNone/>
            </a:pPr>
            <a:r>
              <a:rPr dirty="0"/>
              <a:t>Breadth-First Search algorithm guarantees finding the shortest path in an unweighted maze environment.</a:t>
            </a:r>
            <a:endParaRPr lang="en-US" dirty="0"/>
          </a:p>
          <a:p>
            <a:pPr marL="0" indent="0">
              <a:spcBef>
                <a:spcPts val="2500"/>
              </a:spcBef>
              <a:buFont typeface="Arial" panose="020B0604020202020204" pitchFamily="34" charset="0"/>
              <a:buNone/>
            </a:pPr>
            <a:r>
              <a:rPr lang="en-US" b="1" dirty="0"/>
              <a:t>Presentation Scope</a:t>
            </a:r>
          </a:p>
          <a:p>
            <a:pPr marL="0" lvl="1" indent="0">
              <a:buFont typeface="Arial" panose="020B0604020202020204" pitchFamily="34" charset="0"/>
              <a:buNone/>
            </a:pPr>
            <a:r>
              <a:rPr dirty="0"/>
              <a:t>Includes project overview, algorithm details, system design, execution, testing, and optional GUI enhancements.</a:t>
            </a:r>
            <a:endParaRPr lang="en-US" dirty="0"/>
          </a:p>
        </p:txBody>
      </p:sp>
    </p:spTree>
    <p:extLst>
      <p:ext uri="{BB962C8B-B14F-4D97-AF65-F5344CB8AC3E}">
        <p14:creationId xmlns:p14="http://schemas.microsoft.com/office/powerpoint/2010/main" val="12925341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C4F66-8893-2B5B-91B9-45EA9645E0A5}"/>
              </a:ext>
            </a:extLst>
          </p:cNvPr>
          <p:cNvSpPr>
            <a:spLocks noGrp="1"/>
          </p:cNvSpPr>
          <p:nvPr>
            <p:ph type="title"/>
          </p:nvPr>
        </p:nvSpPr>
        <p:spPr>
          <a:xfrm>
            <a:off x="612648" y="599599"/>
            <a:ext cx="4672584" cy="1453896"/>
          </a:xfrm>
        </p:spPr>
        <p:txBody>
          <a:bodyPr anchor="t">
            <a:normAutofit/>
          </a:bodyPr>
          <a:lstStyle/>
          <a:p>
            <a:r>
              <a:rPr lang="en-US"/>
              <a:t>Project Objective and Scope</a:t>
            </a:r>
          </a:p>
        </p:txBody>
      </p:sp>
      <p:pic>
        <p:nvPicPr>
          <p:cNvPr id="5" name="Content Placeholder 4" descr="3D Maze with solution">
            <a:extLst>
              <a:ext uri="{FF2B5EF4-FFF2-40B4-BE49-F238E27FC236}">
                <a16:creationId xmlns:a16="http://schemas.microsoft.com/office/drawing/2014/main" id="{70011881-24B1-4DFC-9115-F01BF1BD05A2}"/>
              </a:ext>
            </a:extLst>
          </p:cNvPr>
          <p:cNvPicPr>
            <a:picLocks noGrp="1" noChangeAspect="1"/>
          </p:cNvPicPr>
          <p:nvPr>
            <p:ph type="pic" sz="quarter" idx="15"/>
          </p:nvPr>
        </p:nvPicPr>
        <p:blipFill>
          <a:blip r:embed="rId3"/>
          <a:srcRect l="13036" r="15420" b="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7279AB95-E5E8-FC63-0EEF-7B811F30A3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dirty="0"/>
              <a:t>Objective of Maze Solver</a:t>
            </a:r>
          </a:p>
          <a:p>
            <a:pPr marL="0" lvl="1" indent="0">
              <a:buFont typeface="Arial" panose="020B0604020202020204" pitchFamily="34" charset="0"/>
              <a:buNone/>
            </a:pPr>
            <a:r>
              <a:rPr dirty="0"/>
              <a:t>The project aims to efficiently solve mazes using AI search algorithms like BFS, highlighting pathfinding techniques.</a:t>
            </a:r>
            <a:endParaRPr lang="en-US" dirty="0"/>
          </a:p>
          <a:p>
            <a:pPr marL="0" indent="0">
              <a:spcBef>
                <a:spcPts val="2500"/>
              </a:spcBef>
              <a:buFont typeface="Arial" panose="020B0604020202020204" pitchFamily="34" charset="0"/>
              <a:buNone/>
            </a:pPr>
            <a:r>
              <a:rPr lang="en-US" b="1" dirty="0"/>
              <a:t>Project Scope</a:t>
            </a:r>
          </a:p>
          <a:p>
            <a:pPr marL="0" lvl="1" indent="0">
              <a:buFont typeface="Arial" panose="020B0604020202020204" pitchFamily="34" charset="0"/>
              <a:buNone/>
            </a:pPr>
            <a:r>
              <a:rPr dirty="0"/>
              <a:t>Scope includes reading maze input, identifying walls and paths, and applying BFS to find shortest routes.</a:t>
            </a:r>
            <a:endParaRPr lang="en-US" dirty="0"/>
          </a:p>
          <a:p>
            <a:pPr marL="0" indent="0">
              <a:spcBef>
                <a:spcPts val="2500"/>
              </a:spcBef>
              <a:buFont typeface="Arial" panose="020B0604020202020204" pitchFamily="34" charset="0"/>
              <a:buNone/>
            </a:pPr>
            <a:r>
              <a:rPr lang="en-US" b="1" dirty="0"/>
              <a:t>Practical Implementation</a:t>
            </a:r>
          </a:p>
          <a:p>
            <a:pPr marL="0" lvl="1" indent="0">
              <a:buFont typeface="Arial" panose="020B0604020202020204" pitchFamily="34" charset="0"/>
              <a:buNone/>
            </a:pPr>
            <a:r>
              <a:rPr dirty="0"/>
              <a:t>Implementation uses Python focusing on clarity, functionality, and optional GUI for user interaction.</a:t>
            </a:r>
            <a:endParaRPr lang="en-US" dirty="0"/>
          </a:p>
        </p:txBody>
      </p:sp>
    </p:spTree>
    <p:extLst>
      <p:ext uri="{BB962C8B-B14F-4D97-AF65-F5344CB8AC3E}">
        <p14:creationId xmlns:p14="http://schemas.microsoft.com/office/powerpoint/2010/main" val="673633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606F9-FFBA-E2BC-A92F-9A5EDEC57324}"/>
              </a:ext>
            </a:extLst>
          </p:cNvPr>
          <p:cNvSpPr>
            <a:spLocks noGrp="1"/>
          </p:cNvSpPr>
          <p:nvPr>
            <p:ph type="title"/>
          </p:nvPr>
        </p:nvSpPr>
        <p:spPr>
          <a:xfrm>
            <a:off x="1474075" y="1359775"/>
            <a:ext cx="9471015" cy="2768880"/>
          </a:xfrm>
        </p:spPr>
        <p:txBody>
          <a:bodyPr anchor="b">
            <a:normAutofit/>
          </a:bodyPr>
          <a:lstStyle/>
          <a:p>
            <a:pPr algn="ctr"/>
            <a:r>
              <a:rPr lang="en-US" dirty="0"/>
              <a:t>Algorithm and System Design</a:t>
            </a:r>
          </a:p>
        </p:txBody>
      </p:sp>
    </p:spTree>
    <p:extLst>
      <p:ext uri="{BB962C8B-B14F-4D97-AF65-F5344CB8AC3E}">
        <p14:creationId xmlns:p14="http://schemas.microsoft.com/office/powerpoint/2010/main" val="101408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FBBD9-6F19-BE0A-47E4-540284A33EAC}"/>
              </a:ext>
            </a:extLst>
          </p:cNvPr>
          <p:cNvSpPr>
            <a:spLocks noGrp="1"/>
          </p:cNvSpPr>
          <p:nvPr>
            <p:ph type="title"/>
          </p:nvPr>
        </p:nvSpPr>
        <p:spPr>
          <a:xfrm>
            <a:off x="612648" y="599599"/>
            <a:ext cx="4672584" cy="1453896"/>
          </a:xfrm>
        </p:spPr>
        <p:txBody>
          <a:bodyPr anchor="t">
            <a:normAutofit/>
          </a:bodyPr>
          <a:lstStyle/>
          <a:p>
            <a:r>
              <a:rPr lang="en-US"/>
              <a:t>Breadth-First Search (BFS) Algorithm</a:t>
            </a:r>
          </a:p>
        </p:txBody>
      </p:sp>
      <p:pic>
        <p:nvPicPr>
          <p:cNvPr id="5" name="Content Placeholder 4" descr="Abstract image of large maze">
            <a:extLst>
              <a:ext uri="{FF2B5EF4-FFF2-40B4-BE49-F238E27FC236}">
                <a16:creationId xmlns:a16="http://schemas.microsoft.com/office/drawing/2014/main" id="{E3199DFF-D618-4BE9-A2C8-6551128AA919}"/>
              </a:ext>
            </a:extLst>
          </p:cNvPr>
          <p:cNvPicPr>
            <a:picLocks noGrp="1" noChangeAspect="1"/>
          </p:cNvPicPr>
          <p:nvPr>
            <p:ph type="pic" sz="quarter" idx="15"/>
          </p:nvPr>
        </p:nvPicPr>
        <p:blipFill>
          <a:blip r:embed="rId3"/>
          <a:srcRect l="7714" r="12790" b="-2"/>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BEA02DD8-BB58-BFF0-DAF7-7C7673FF617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dirty="0"/>
              <a:t>Core BFS Concept</a:t>
            </a:r>
          </a:p>
          <a:p>
            <a:pPr marL="0" lvl="1" indent="0">
              <a:buFont typeface="Arial" panose="020B0604020202020204" pitchFamily="34" charset="0"/>
              <a:buNone/>
            </a:pPr>
            <a:r>
              <a:rPr dirty="0"/>
              <a:t>BFS explores nodes level by level, ensuring the shortest path in unweighted graphs or grids.</a:t>
            </a:r>
            <a:endParaRPr lang="en-US" dirty="0"/>
          </a:p>
          <a:p>
            <a:pPr marL="0" indent="0">
              <a:spcBef>
                <a:spcPts val="2500"/>
              </a:spcBef>
              <a:buFont typeface="Arial" panose="020B0604020202020204" pitchFamily="34" charset="0"/>
              <a:buNone/>
            </a:pPr>
            <a:r>
              <a:rPr lang="en-US" b="1" dirty="0"/>
              <a:t>Maze Solving Application</a:t>
            </a:r>
          </a:p>
          <a:p>
            <a:pPr marL="0" lvl="1" indent="0">
              <a:buFont typeface="Arial" panose="020B0604020202020204" pitchFamily="34" charset="0"/>
              <a:buNone/>
            </a:pPr>
            <a:r>
              <a:rPr dirty="0"/>
              <a:t>BFS starts at the maze's start point and visits neighbors systematically to find shortest route.</a:t>
            </a:r>
            <a:endParaRPr lang="en-US" dirty="0"/>
          </a:p>
          <a:p>
            <a:pPr marL="0" indent="0">
              <a:spcBef>
                <a:spcPts val="2500"/>
              </a:spcBef>
              <a:buFont typeface="Arial" panose="020B0604020202020204" pitchFamily="34" charset="0"/>
              <a:buNone/>
            </a:pPr>
            <a:r>
              <a:rPr lang="en-US" b="1" dirty="0"/>
              <a:t>Queue Data Structure</a:t>
            </a:r>
          </a:p>
          <a:p>
            <a:pPr marL="0" lvl="1" indent="0">
              <a:buFont typeface="Arial" panose="020B0604020202020204" pitchFamily="34" charset="0"/>
              <a:buNone/>
            </a:pPr>
            <a:r>
              <a:rPr dirty="0"/>
              <a:t>A queue manages the exploration order, enabling BFS to visit nodes in correct sequence.</a:t>
            </a:r>
            <a:endParaRPr lang="en-US" dirty="0"/>
          </a:p>
        </p:txBody>
      </p:sp>
    </p:spTree>
    <p:extLst>
      <p:ext uri="{BB962C8B-B14F-4D97-AF65-F5344CB8AC3E}">
        <p14:creationId xmlns:p14="http://schemas.microsoft.com/office/powerpoint/2010/main" val="18740962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DF8F-DAAC-B3CA-3B5D-677C0CCCBDB9}"/>
              </a:ext>
            </a:extLst>
          </p:cNvPr>
          <p:cNvSpPr>
            <a:spLocks noGrp="1"/>
          </p:cNvSpPr>
          <p:nvPr>
            <p:ph type="title"/>
          </p:nvPr>
        </p:nvSpPr>
        <p:spPr>
          <a:xfrm>
            <a:off x="612648" y="599599"/>
            <a:ext cx="4672584" cy="1453896"/>
          </a:xfrm>
        </p:spPr>
        <p:txBody>
          <a:bodyPr anchor="t">
            <a:normAutofit/>
          </a:bodyPr>
          <a:lstStyle/>
          <a:p>
            <a:r>
              <a:rPr lang="en-US"/>
              <a:t>System Design Overview</a:t>
            </a:r>
          </a:p>
        </p:txBody>
      </p:sp>
      <p:pic>
        <p:nvPicPr>
          <p:cNvPr id="5" name="Content Placeholder 4" descr="Labyrinth">
            <a:extLst>
              <a:ext uri="{FF2B5EF4-FFF2-40B4-BE49-F238E27FC236}">
                <a16:creationId xmlns:a16="http://schemas.microsoft.com/office/drawing/2014/main" id="{8F7A1403-3F40-4785-84F4-00CA1A50E47B}"/>
              </a:ext>
            </a:extLst>
          </p:cNvPr>
          <p:cNvPicPr>
            <a:picLocks noGrp="1" noChangeAspect="1"/>
          </p:cNvPicPr>
          <p:nvPr>
            <p:ph type="pic" sz="quarter" idx="15"/>
          </p:nvPr>
        </p:nvPicPr>
        <p:blipFill>
          <a:blip r:embed="rId3"/>
          <a:srcRect l="3478" r="11622"/>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38979B38-019C-9870-8835-B6F216B703F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Input Representation</a:t>
            </a:r>
          </a:p>
          <a:p>
            <a:pPr marL="0" lvl="1" indent="0">
              <a:buFont typeface="Arial" panose="020B0604020202020204" pitchFamily="34" charset="0"/>
              <a:buNone/>
            </a:pPr>
            <a:r>
              <a:t>The maze is represented by a text file using symbols for walls, paths, start, and end points.</a:t>
            </a:r>
            <a:endParaRPr lang="en-US"/>
          </a:p>
          <a:p>
            <a:pPr marL="0" indent="0">
              <a:spcBef>
                <a:spcPts val="2500"/>
              </a:spcBef>
              <a:buFont typeface="Arial" panose="020B0604020202020204" pitchFamily="34" charset="0"/>
              <a:buNone/>
            </a:pPr>
            <a:r>
              <a:rPr lang="en-US" b="1"/>
              <a:t>Algorithm Processing</a:t>
            </a:r>
          </a:p>
          <a:p>
            <a:pPr marL="0" lvl="1" indent="0">
              <a:buFont typeface="Arial" panose="020B0604020202020204" pitchFamily="34" charset="0"/>
              <a:buNone/>
            </a:pPr>
            <a:r>
              <a:t>The system uses BFS to find the shortest path by constructing an internal maze representation.</a:t>
            </a:r>
            <a:endParaRPr lang="en-US"/>
          </a:p>
          <a:p>
            <a:pPr marL="0" indent="0">
              <a:spcBef>
                <a:spcPts val="2500"/>
              </a:spcBef>
              <a:buFont typeface="Arial" panose="020B0604020202020204" pitchFamily="34" charset="0"/>
              <a:buNone/>
            </a:pPr>
            <a:r>
              <a:rPr lang="en-US" b="1"/>
              <a:t>Output Display</a:t>
            </a:r>
          </a:p>
          <a:p>
            <a:pPr marL="0" lvl="1" indent="0">
              <a:buFont typeface="Arial" panose="020B0604020202020204" pitchFamily="34" charset="0"/>
              <a:buNone/>
            </a:pPr>
            <a:r>
              <a:t>Solved maze or step sequence is displayed in the console with the path clearly marked.</a:t>
            </a:r>
            <a:endParaRPr lang="en-US"/>
          </a:p>
          <a:p>
            <a:pPr marL="0" indent="0">
              <a:spcBef>
                <a:spcPts val="2500"/>
              </a:spcBef>
              <a:buFont typeface="Arial" panose="020B0604020202020204" pitchFamily="34" charset="0"/>
              <a:buNone/>
            </a:pPr>
            <a:r>
              <a:rPr lang="en-US" b="1"/>
              <a:t>Modular Design</a:t>
            </a:r>
          </a:p>
          <a:p>
            <a:pPr marL="0" lvl="1" indent="0">
              <a:buFont typeface="Arial" panose="020B0604020202020204" pitchFamily="34" charset="0"/>
              <a:buNone/>
            </a:pPr>
            <a:r>
              <a:t>Separate functions handle input reading, BFS processing, and output display for clarity and extensibility.</a:t>
            </a:r>
            <a:endParaRPr lang="en-US"/>
          </a:p>
        </p:txBody>
      </p:sp>
    </p:spTree>
    <p:extLst>
      <p:ext uri="{BB962C8B-B14F-4D97-AF65-F5344CB8AC3E}">
        <p14:creationId xmlns:p14="http://schemas.microsoft.com/office/powerpoint/2010/main" val="737075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3DA7-7364-1BED-F2D2-897F6B016C7D}"/>
              </a:ext>
            </a:extLst>
          </p:cNvPr>
          <p:cNvSpPr>
            <a:spLocks noGrp="1"/>
          </p:cNvSpPr>
          <p:nvPr>
            <p:ph type="title"/>
          </p:nvPr>
        </p:nvSpPr>
        <p:spPr>
          <a:xfrm>
            <a:off x="1385454" y="1359774"/>
            <a:ext cx="9060873" cy="3710989"/>
          </a:xfrm>
        </p:spPr>
        <p:txBody>
          <a:bodyPr anchor="b">
            <a:normAutofit/>
          </a:bodyPr>
          <a:lstStyle/>
          <a:p>
            <a:pPr algn="ctr"/>
            <a:r>
              <a:rPr lang="en-US" dirty="0"/>
              <a:t>Execution and Demonstration</a:t>
            </a:r>
          </a:p>
        </p:txBody>
      </p:sp>
    </p:spTree>
    <p:extLst>
      <p:ext uri="{BB962C8B-B14F-4D97-AF65-F5344CB8AC3E}">
        <p14:creationId xmlns:p14="http://schemas.microsoft.com/office/powerpoint/2010/main" val="1833070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90B15-3D5F-6A06-CFEF-C68EEAA4D28E}"/>
              </a:ext>
            </a:extLst>
          </p:cNvPr>
          <p:cNvSpPr>
            <a:spLocks noGrp="1"/>
          </p:cNvSpPr>
          <p:nvPr>
            <p:ph type="title"/>
          </p:nvPr>
        </p:nvSpPr>
        <p:spPr>
          <a:xfrm>
            <a:off x="612648" y="599599"/>
            <a:ext cx="4672584" cy="1453896"/>
          </a:xfrm>
        </p:spPr>
        <p:txBody>
          <a:bodyPr anchor="t">
            <a:normAutofit/>
          </a:bodyPr>
          <a:lstStyle/>
          <a:p>
            <a:r>
              <a:rPr lang="en-US"/>
              <a:t>How to Run the Project</a:t>
            </a:r>
          </a:p>
        </p:txBody>
      </p:sp>
      <p:pic>
        <p:nvPicPr>
          <p:cNvPr id="5" name="Content Placeholder 4" descr="Technology concept of maze and binary code.&#10;NASA World map image: https://earthobservatory.nasa.gov/features/NightLights/page3.php">
            <a:extLst>
              <a:ext uri="{FF2B5EF4-FFF2-40B4-BE49-F238E27FC236}">
                <a16:creationId xmlns:a16="http://schemas.microsoft.com/office/drawing/2014/main" id="{7AEEE6DA-885A-4934-BBBC-0510FEE11D3C}"/>
              </a:ext>
            </a:extLst>
          </p:cNvPr>
          <p:cNvPicPr>
            <a:picLocks noGrp="1" noChangeAspect="1"/>
          </p:cNvPicPr>
          <p:nvPr>
            <p:ph type="pic" sz="quarter" idx="15"/>
          </p:nvPr>
        </p:nvPicPr>
        <p:blipFill>
          <a:blip r:embed="rId3"/>
          <a:srcRect l="19991" r="23409"/>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BF125444-5D9C-883A-965E-C841204CC20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a:t>Project Requirements</a:t>
            </a:r>
          </a:p>
          <a:p>
            <a:pPr marL="0" lvl="1" indent="0">
              <a:buFont typeface="Arial" panose="020B0604020202020204" pitchFamily="34" charset="0"/>
              <a:buNone/>
            </a:pPr>
            <a:r>
              <a:t>The Maze Solver project requires Python 3.8 or newer and essential project files like maze_solver.py and maze.txt.</a:t>
            </a:r>
            <a:endParaRPr lang="en-US"/>
          </a:p>
          <a:p>
            <a:pPr marL="0" indent="0">
              <a:spcBef>
                <a:spcPts val="2500"/>
              </a:spcBef>
              <a:buFont typeface="Arial" panose="020B0604020202020204" pitchFamily="34" charset="0"/>
              <a:buNone/>
            </a:pPr>
            <a:r>
              <a:rPr lang="en-US" b="1"/>
              <a:t>Execution Instructions</a:t>
            </a:r>
          </a:p>
          <a:p>
            <a:pPr marL="0" lvl="1" indent="0">
              <a:buFont typeface="Arial" panose="020B0604020202020204" pitchFamily="34" charset="0"/>
              <a:buNone/>
            </a:pPr>
            <a:r>
              <a:t>Run the solver using terminal commands specifying the maze file or default configuration for easy execution.</a:t>
            </a:r>
            <a:endParaRPr lang="en-US"/>
          </a:p>
          <a:p>
            <a:pPr marL="0" indent="0">
              <a:spcBef>
                <a:spcPts val="2500"/>
              </a:spcBef>
              <a:buFont typeface="Arial" panose="020B0604020202020204" pitchFamily="34" charset="0"/>
              <a:buNone/>
            </a:pPr>
            <a:r>
              <a:rPr lang="en-US" b="1"/>
              <a:t>Maze File Format</a:t>
            </a:r>
          </a:p>
          <a:p>
            <a:pPr marL="0" lvl="1" indent="0">
              <a:buFont typeface="Arial" panose="020B0604020202020204" pitchFamily="34" charset="0"/>
              <a:buNone/>
            </a:pPr>
            <a:r>
              <a:t>Maze files use '#' for walls, spaces for paths, and optional 'S' and 'E' to mark start and end points.</a:t>
            </a:r>
            <a:endParaRPr lang="en-US"/>
          </a:p>
          <a:p>
            <a:pPr marL="0" indent="0">
              <a:spcBef>
                <a:spcPts val="2500"/>
              </a:spcBef>
              <a:buFont typeface="Arial" panose="020B0604020202020204" pitchFamily="34" charset="0"/>
              <a:buNone/>
            </a:pPr>
            <a:r>
              <a:rPr lang="en-US" b="1"/>
              <a:t>Output Display</a:t>
            </a:r>
          </a:p>
          <a:p>
            <a:pPr marL="0" lvl="1" indent="0">
              <a:buFont typeface="Arial" panose="020B0604020202020204" pitchFamily="34" charset="0"/>
              <a:buNone/>
            </a:pPr>
            <a:r>
              <a:t>The program outputs the solved maze or path found, demonstrating the solution clearly in the terminal.</a:t>
            </a:r>
            <a:endParaRPr lang="en-US"/>
          </a:p>
        </p:txBody>
      </p:sp>
    </p:spTree>
    <p:extLst>
      <p:ext uri="{BB962C8B-B14F-4D97-AF65-F5344CB8AC3E}">
        <p14:creationId xmlns:p14="http://schemas.microsoft.com/office/powerpoint/2010/main" val="3338183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E4908-A53E-9E02-A742-DF00A6E11D3C}"/>
              </a:ext>
            </a:extLst>
          </p:cNvPr>
          <p:cNvSpPr>
            <a:spLocks noGrp="1"/>
          </p:cNvSpPr>
          <p:nvPr>
            <p:ph type="title"/>
          </p:nvPr>
        </p:nvSpPr>
        <p:spPr>
          <a:xfrm>
            <a:off x="8359712" y="839871"/>
            <a:ext cx="3065002" cy="1527048"/>
          </a:xfrm>
        </p:spPr>
        <p:txBody>
          <a:bodyPr anchor="b">
            <a:normAutofit/>
          </a:bodyPr>
          <a:lstStyle/>
          <a:p>
            <a:r>
              <a:rPr lang="en-US"/>
              <a:t>Input and Output Samples</a:t>
            </a:r>
          </a:p>
        </p:txBody>
      </p:sp>
      <p:pic>
        <p:nvPicPr>
          <p:cNvPr id="5" name="Content Placeholder 4" descr="Human Hand Writing Labyrinth on Whiteboard">
            <a:extLst>
              <a:ext uri="{FF2B5EF4-FFF2-40B4-BE49-F238E27FC236}">
                <a16:creationId xmlns:a16="http://schemas.microsoft.com/office/drawing/2014/main" id="{25F90F20-5C15-424B-B6E1-5CB50497B403}"/>
              </a:ext>
            </a:extLst>
          </p:cNvPr>
          <p:cNvPicPr>
            <a:picLocks noGrp="1" noChangeAspect="1"/>
          </p:cNvPicPr>
          <p:nvPr>
            <p:ph type="pic" sz="quarter" idx="18"/>
          </p:nvPr>
        </p:nvPicPr>
        <p:blipFill>
          <a:blip r:embed="rId3"/>
          <a:stretch/>
        </p:blipFill>
        <p:spPr>
          <a:xfrm>
            <a:off x="346440" y="858119"/>
            <a:ext cx="7424928" cy="5141762"/>
          </a:xfrm>
        </p:spPr>
      </p:pic>
      <p:sp>
        <p:nvSpPr>
          <p:cNvPr id="4" name="Content Placeholder 3">
            <a:extLst>
              <a:ext uri="{FF2B5EF4-FFF2-40B4-BE49-F238E27FC236}">
                <a16:creationId xmlns:a16="http://schemas.microsoft.com/office/drawing/2014/main" id="{7C7C5623-9FFD-C897-E1D2-CE16A465331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59712" y="2665215"/>
            <a:ext cx="3065002" cy="3377753"/>
          </a:xfrm>
        </p:spPr>
        <p:txBody>
          <a:bodyPr>
            <a:normAutofit/>
          </a:bodyPr>
          <a:lstStyle/>
          <a:p>
            <a:pPr marL="0" indent="0">
              <a:spcBef>
                <a:spcPts val="2500"/>
              </a:spcBef>
              <a:buFont typeface="Arial" panose="020B0604020202020204" pitchFamily="34" charset="0"/>
              <a:buNone/>
            </a:pPr>
            <a:r>
              <a:rPr lang="en-US" b="1"/>
              <a:t>Text File Input Format</a:t>
            </a:r>
          </a:p>
          <a:p>
            <a:pPr marL="0" lvl="1" indent="0">
              <a:buFont typeface="Arial" panose="020B0604020202020204" pitchFamily="34" charset="0"/>
              <a:buNone/>
            </a:pPr>
            <a:r>
              <a:t>Maze input is a plain text file with '#' for walls and spaces for paths, including optional start 'S' and end 'E'.</a:t>
            </a:r>
            <a:endParaRPr lang="en-US"/>
          </a:p>
          <a:p>
            <a:pPr marL="0" indent="0">
              <a:spcBef>
                <a:spcPts val="2500"/>
              </a:spcBef>
              <a:buFont typeface="Arial" panose="020B0604020202020204" pitchFamily="34" charset="0"/>
              <a:buNone/>
            </a:pPr>
            <a:r>
              <a:rPr lang="en-US" b="1"/>
              <a:t>Console Output Display</a:t>
            </a:r>
          </a:p>
          <a:p>
            <a:pPr marL="0" lvl="1" indent="0">
              <a:buFont typeface="Arial" panose="020B0604020202020204" pitchFamily="34" charset="0"/>
              <a:buNone/>
            </a:pPr>
            <a:r>
              <a:t>Output shows the maze with the solved path marked, helping users verify the solution visually.</a:t>
            </a:r>
            <a:endParaRPr lang="en-US"/>
          </a:p>
        </p:txBody>
      </p:sp>
    </p:spTree>
    <p:extLst>
      <p:ext uri="{BB962C8B-B14F-4D97-AF65-F5344CB8AC3E}">
        <p14:creationId xmlns:p14="http://schemas.microsoft.com/office/powerpoint/2010/main" val="20887755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55C37-B516-C4B0-2127-A6C248D6226C}"/>
              </a:ext>
            </a:extLst>
          </p:cNvPr>
          <p:cNvSpPr>
            <a:spLocks noGrp="1"/>
          </p:cNvSpPr>
          <p:nvPr>
            <p:ph type="title"/>
          </p:nvPr>
        </p:nvSpPr>
        <p:spPr>
          <a:xfrm>
            <a:off x="2141220" y="1539884"/>
            <a:ext cx="7909560" cy="2948989"/>
          </a:xfrm>
        </p:spPr>
        <p:txBody>
          <a:bodyPr anchor="b">
            <a:normAutofit/>
          </a:bodyPr>
          <a:lstStyle/>
          <a:p>
            <a:pPr algn="ctr"/>
            <a:r>
              <a:rPr lang="en-US" dirty="0"/>
              <a:t>Conclusion and Team Roles</a:t>
            </a:r>
          </a:p>
        </p:txBody>
      </p:sp>
    </p:spTree>
    <p:extLst>
      <p:ext uri="{BB962C8B-B14F-4D97-AF65-F5344CB8AC3E}">
        <p14:creationId xmlns:p14="http://schemas.microsoft.com/office/powerpoint/2010/main" val="17745090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6C7D-D895-7453-17DA-A8C3B2B070A3}"/>
              </a:ext>
            </a:extLst>
          </p:cNvPr>
          <p:cNvSpPr>
            <a:spLocks noGrp="1"/>
          </p:cNvSpPr>
          <p:nvPr>
            <p:ph type="title"/>
          </p:nvPr>
        </p:nvSpPr>
        <p:spPr>
          <a:xfrm>
            <a:off x="612648" y="599599"/>
            <a:ext cx="4672584" cy="1453896"/>
          </a:xfrm>
        </p:spPr>
        <p:txBody>
          <a:bodyPr anchor="t">
            <a:normAutofit/>
          </a:bodyPr>
          <a:lstStyle/>
          <a:p>
            <a:r>
              <a:rPr lang="en-US"/>
              <a:t>Summary and Key Takeaways</a:t>
            </a:r>
          </a:p>
        </p:txBody>
      </p:sp>
      <p:pic>
        <p:nvPicPr>
          <p:cNvPr id="5" name="Content Placeholder 4" descr="Female drawing flow chart">
            <a:extLst>
              <a:ext uri="{FF2B5EF4-FFF2-40B4-BE49-F238E27FC236}">
                <a16:creationId xmlns:a16="http://schemas.microsoft.com/office/drawing/2014/main" id="{03D31B7C-4E4E-44D6-BA5B-173E555BAFDA}"/>
              </a:ext>
            </a:extLst>
          </p:cNvPr>
          <p:cNvPicPr>
            <a:picLocks noGrp="1" noChangeAspect="1"/>
          </p:cNvPicPr>
          <p:nvPr>
            <p:ph type="pic" sz="quarter" idx="15"/>
          </p:nvPr>
        </p:nvPicPr>
        <p:blipFill>
          <a:blip r:embed="rId3"/>
          <a:srcRect l="6163" r="10527" b="1"/>
          <a:stretch>
            <a:fillRect/>
          </a:stretch>
        </p:blipFill>
        <p:spPr>
          <a:xfrm>
            <a:off x="349324" y="2423719"/>
            <a:ext cx="5175504" cy="4069080"/>
          </a:xfrm>
        </p:spPr>
      </p:pic>
      <p:sp>
        <p:nvSpPr>
          <p:cNvPr id="4" name="Content Placeholder 3">
            <a:extLst>
              <a:ext uri="{FF2B5EF4-FFF2-40B4-BE49-F238E27FC236}">
                <a16:creationId xmlns:a16="http://schemas.microsoft.com/office/drawing/2014/main" id="{F58D755F-E8C7-7FBF-8AB4-D10D875B0F6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p:spPr>
        <p:txBody>
          <a:bodyPr>
            <a:normAutofit/>
          </a:bodyPr>
          <a:lstStyle/>
          <a:p>
            <a:pPr marL="0" indent="0">
              <a:spcBef>
                <a:spcPts val="2500"/>
              </a:spcBef>
              <a:buFont typeface="Arial" panose="020B0604020202020204" pitchFamily="34" charset="0"/>
              <a:buNone/>
            </a:pPr>
            <a:r>
              <a:rPr lang="en-US" b="1" dirty="0"/>
              <a:t>AI Search Algorithm Application</a:t>
            </a:r>
          </a:p>
          <a:p>
            <a:pPr marL="0" lvl="1" indent="0">
              <a:buFont typeface="Arial" panose="020B0604020202020204" pitchFamily="34" charset="0"/>
              <a:buNone/>
            </a:pPr>
            <a:r>
              <a:rPr dirty="0"/>
              <a:t>The project showcases the use of BFS AI algorithm to solve real-world maze problems effectively and efficiently.</a:t>
            </a:r>
            <a:endParaRPr lang="en-US" dirty="0"/>
          </a:p>
          <a:p>
            <a:pPr marL="0" indent="0">
              <a:spcBef>
                <a:spcPts val="2500"/>
              </a:spcBef>
              <a:buFont typeface="Arial" panose="020B0604020202020204" pitchFamily="34" charset="0"/>
              <a:buNone/>
            </a:pPr>
            <a:r>
              <a:rPr lang="en-US" b="1" dirty="0"/>
              <a:t>System Design and Modularity</a:t>
            </a:r>
          </a:p>
          <a:p>
            <a:pPr marL="0" lvl="1" indent="0">
              <a:buFont typeface="Arial" panose="020B0604020202020204" pitchFamily="34" charset="0"/>
              <a:buNone/>
            </a:pPr>
            <a:r>
              <a:rPr dirty="0"/>
              <a:t>Clear, modular system design makes the solution easy to understand, maintain, and extend for future enhancements.</a:t>
            </a:r>
            <a:endParaRPr lang="en-US" dirty="0"/>
          </a:p>
          <a:p>
            <a:pPr marL="0" indent="0">
              <a:spcBef>
                <a:spcPts val="2500"/>
              </a:spcBef>
              <a:buFont typeface="Arial" panose="020B0604020202020204" pitchFamily="34" charset="0"/>
              <a:buNone/>
            </a:pPr>
            <a:r>
              <a:rPr lang="en-US" b="1" dirty="0"/>
              <a:t>Simple Execution and Reliability</a:t>
            </a:r>
          </a:p>
          <a:p>
            <a:pPr marL="0" lvl="1" indent="0">
              <a:buFont typeface="Arial" panose="020B0604020202020204" pitchFamily="34" charset="0"/>
              <a:buNone/>
            </a:pPr>
            <a:r>
              <a:rPr dirty="0"/>
              <a:t>The project runs on Python , confirming reliable and efficient maze-solving results with straightforward execution.</a:t>
            </a:r>
            <a:endParaRPr lang="en-US" dirty="0"/>
          </a:p>
          <a:p>
            <a:pPr marL="0" indent="0">
              <a:spcBef>
                <a:spcPts val="2500"/>
              </a:spcBef>
              <a:buFont typeface="Arial" panose="020B0604020202020204" pitchFamily="34" charset="0"/>
              <a:buNone/>
            </a:pPr>
            <a:r>
              <a:rPr lang="en-US" b="1" dirty="0"/>
              <a:t>Enhancements and Future Exploration</a:t>
            </a:r>
          </a:p>
          <a:p>
            <a:pPr marL="0" lvl="1" indent="0">
              <a:buFont typeface="Arial" panose="020B0604020202020204" pitchFamily="34" charset="0"/>
              <a:buNone/>
            </a:pPr>
            <a:r>
              <a:rPr dirty="0"/>
              <a:t>Optional GUI improvements demonstrate usability focus and lay groundwork for exploring advanced AI concepts later.</a:t>
            </a:r>
            <a:endParaRPr lang="en-US" dirty="0"/>
          </a:p>
        </p:txBody>
      </p:sp>
    </p:spTree>
    <p:extLst>
      <p:ext uri="{BB962C8B-B14F-4D97-AF65-F5344CB8AC3E}">
        <p14:creationId xmlns:p14="http://schemas.microsoft.com/office/powerpoint/2010/main" val="3233011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9F59-CE6F-F15E-E28E-1FB19E88DDCA}"/>
              </a:ext>
            </a:extLst>
          </p:cNvPr>
          <p:cNvSpPr>
            <a:spLocks noGrp="1"/>
          </p:cNvSpPr>
          <p:nvPr>
            <p:ph type="title"/>
          </p:nvPr>
        </p:nvSpPr>
        <p:spPr>
          <a:xfrm>
            <a:off x="612646" y="603504"/>
            <a:ext cx="10972802" cy="970463"/>
          </a:xfrm>
        </p:spPr>
        <p:txBody>
          <a:bodyPr anchor="ctr">
            <a:normAutofit/>
          </a:bodyPr>
          <a:lstStyle/>
          <a:p>
            <a:r>
              <a:rPr lang="en-US" dirty="0"/>
              <a:t>Team Contributions</a:t>
            </a:r>
          </a:p>
        </p:txBody>
      </p:sp>
      <p:pic>
        <p:nvPicPr>
          <p:cNvPr id="5" name="Content Placeholder 4" descr="Cog Abstract">
            <a:extLst>
              <a:ext uri="{FF2B5EF4-FFF2-40B4-BE49-F238E27FC236}">
                <a16:creationId xmlns:a16="http://schemas.microsoft.com/office/drawing/2014/main" id="{399170EF-BABD-4F24-B9C5-B2F0D59B637E}"/>
              </a:ext>
            </a:extLst>
          </p:cNvPr>
          <p:cNvPicPr>
            <a:picLocks noGrp="1" noChangeAspect="1"/>
          </p:cNvPicPr>
          <p:nvPr>
            <p:ph type="pic" sz="quarter" idx="15"/>
          </p:nvPr>
        </p:nvPicPr>
        <p:blipFill>
          <a:blip r:embed="rId3"/>
          <a:srcRect l="7393" r="12480" b="-1"/>
          <a:stretch>
            <a:fillRect/>
          </a:stretch>
        </p:blipFill>
        <p:spPr>
          <a:xfrm>
            <a:off x="354740" y="1944079"/>
            <a:ext cx="5486767" cy="4553712"/>
          </a:xfrm>
        </p:spPr>
      </p:pic>
      <p:sp>
        <p:nvSpPr>
          <p:cNvPr id="4" name="Content Placeholder 3">
            <a:extLst>
              <a:ext uri="{FF2B5EF4-FFF2-40B4-BE49-F238E27FC236}">
                <a16:creationId xmlns:a16="http://schemas.microsoft.com/office/drawing/2014/main" id="{B6A03775-B2D9-E48D-86AF-9C889D4DA58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9440" y="2235200"/>
            <a:ext cx="5289915" cy="3958167"/>
          </a:xfrm>
        </p:spPr>
        <p:txBody>
          <a:bodyPr>
            <a:normAutofit/>
          </a:bodyPr>
          <a:lstStyle/>
          <a:p>
            <a:pPr marL="0" indent="0">
              <a:spcBef>
                <a:spcPts val="2500"/>
              </a:spcBef>
              <a:buFont typeface="Arial" panose="020B0604020202020204" pitchFamily="34" charset="0"/>
              <a:buNone/>
            </a:pPr>
            <a:r>
              <a:rPr lang="en-US" b="1" dirty="0"/>
              <a:t>Diverse Team Roles</a:t>
            </a:r>
          </a:p>
          <a:p>
            <a:pPr marL="0" lvl="1" indent="0">
              <a:buFont typeface="Arial" panose="020B0604020202020204" pitchFamily="34" charset="0"/>
              <a:buNone/>
            </a:pPr>
            <a:r>
              <a:rPr dirty="0"/>
              <a:t>Team members contributed to algorithm implementation, system design, testing, and documentation.</a:t>
            </a:r>
            <a:endParaRPr lang="en-US" dirty="0"/>
          </a:p>
          <a:p>
            <a:pPr marL="0" indent="0">
              <a:spcBef>
                <a:spcPts val="2500"/>
              </a:spcBef>
              <a:buFont typeface="Arial" panose="020B0604020202020204" pitchFamily="34" charset="0"/>
              <a:buNone/>
            </a:pPr>
            <a:r>
              <a:rPr lang="en-US" b="1" dirty="0"/>
              <a:t>Effective Collaboration</a:t>
            </a:r>
          </a:p>
          <a:p>
            <a:pPr marL="0" lvl="1" indent="0">
              <a:buFont typeface="Arial" panose="020B0604020202020204" pitchFamily="34" charset="0"/>
              <a:buNone/>
            </a:pPr>
            <a:r>
              <a:rPr dirty="0"/>
              <a:t>Clear communication and task division enabled efficient teamwork and timely project delivery.</a:t>
            </a:r>
            <a:endParaRPr lang="en-US" dirty="0"/>
          </a:p>
          <a:p>
            <a:pPr marL="0" indent="0">
              <a:spcBef>
                <a:spcPts val="2500"/>
              </a:spcBef>
              <a:buFont typeface="Arial" panose="020B0604020202020204" pitchFamily="34" charset="0"/>
              <a:buNone/>
            </a:pPr>
            <a:r>
              <a:rPr lang="en-US" b="1" dirty="0"/>
              <a:t>Acknowledging Contributions</a:t>
            </a:r>
          </a:p>
          <a:p>
            <a:pPr marL="0" lvl="1" indent="0">
              <a:buFont typeface="Arial" panose="020B0604020202020204" pitchFamily="34" charset="0"/>
              <a:buNone/>
            </a:pPr>
            <a:r>
              <a:rPr dirty="0"/>
              <a:t>Recognizing individual efforts highlights teamwork importance and academic integrity.</a:t>
            </a:r>
            <a:endParaRPr lang="en-US" dirty="0"/>
          </a:p>
        </p:txBody>
      </p:sp>
    </p:spTree>
    <p:extLst>
      <p:ext uri="{BB962C8B-B14F-4D97-AF65-F5344CB8AC3E}">
        <p14:creationId xmlns:p14="http://schemas.microsoft.com/office/powerpoint/2010/main" val="320885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lassical academia">
  <a:themeElements>
    <a:clrScheme name="Classical Academia">
      <a:dk1>
        <a:srgbClr val="47292D"/>
      </a:dk1>
      <a:lt1>
        <a:srgbClr val="DFD1C2"/>
      </a:lt1>
      <a:dk2>
        <a:srgbClr val="000000"/>
      </a:dk2>
      <a:lt2>
        <a:srgbClr val="FEFFFF"/>
      </a:lt2>
      <a:accent1>
        <a:srgbClr val="223343"/>
      </a:accent1>
      <a:accent2>
        <a:srgbClr val="5E332F"/>
      </a:accent2>
      <a:accent3>
        <a:srgbClr val="8194A8"/>
      </a:accent3>
      <a:accent4>
        <a:srgbClr val="621E13"/>
      </a:accent4>
      <a:accent5>
        <a:srgbClr val="5F7653"/>
      </a:accent5>
      <a:accent6>
        <a:srgbClr val="B5A093"/>
      </a:accent6>
      <a:hlink>
        <a:srgbClr val="B75A48"/>
      </a:hlink>
      <a:folHlink>
        <a:srgbClr val="0089A1"/>
      </a:folHlink>
    </a:clrScheme>
    <a:fontScheme name="Custom 10">
      <a:majorFont>
        <a:latin typeface="Playfair Displ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al academia_Copilot Layouts_win32_EF_v9" id="{3BB5C372-D498-4A01-A843-C767419E0779}" vid="{BC5E8C9F-4F06-4C16-ABEB-D596FCDF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185BFC-6E97-4C88-9034-F2A7ED1C005E}">
  <ds:schemaRefs>
    <ds:schemaRef ds:uri="http://schemas.openxmlformats.org/package/2006/metadata/core-properties"/>
    <ds:schemaRef ds:uri="http://schemas.microsoft.com/sharepoint/v3"/>
    <ds:schemaRef ds:uri="230e9df3-be65-4c73-a93b-d1236ebd677e"/>
    <ds:schemaRef ds:uri="http://purl.org/dc/terms/"/>
    <ds:schemaRef ds:uri="16c05727-aa75-4e4a-9b5f-8a80a1165891"/>
    <ds:schemaRef ds:uri="http://schemas.microsoft.com/office/2006/documentManagement/types"/>
    <ds:schemaRef ds:uri="http://purl.org/dc/elements/1.1/"/>
    <ds:schemaRef ds:uri="http://schemas.microsoft.com/office/2006/metadata/properties"/>
    <ds:schemaRef ds:uri="http://schemas.microsoft.com/office/infopath/2007/PartnerControls"/>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52BAF2CE-2C32-498E-B467-6C60C376794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81A4212-02C6-475D-B332-DC5017D04534}">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12</TotalTime>
  <Words>1957</Words>
  <Application>Microsoft Office PowerPoint</Application>
  <PresentationFormat>Widescreen</PresentationFormat>
  <Paragraphs>93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Playfair Display</vt:lpstr>
      <vt:lpstr>Raleway</vt:lpstr>
      <vt:lpstr>Classical academia</vt:lpstr>
      <vt:lpstr>Maze Solver Project using BFS Algorithm</vt:lpstr>
      <vt:lpstr>Introduction and Project Overview</vt:lpstr>
      <vt:lpstr>Title and Team Information</vt:lpstr>
      <vt:lpstr>Project Objective and Scope</vt:lpstr>
      <vt:lpstr>Algorithm and System Design</vt:lpstr>
      <vt:lpstr>Breadth-First Search (BFS) Algorithm</vt:lpstr>
      <vt:lpstr>System Design Overview</vt:lpstr>
      <vt:lpstr>Execution and Demonstration</vt:lpstr>
      <vt:lpstr>How to Run the Project</vt:lpstr>
      <vt:lpstr>Input and Output Samples</vt:lpstr>
      <vt:lpstr>Conclusion and Team Roles</vt:lpstr>
      <vt:lpstr>Summary and Key Takeaways</vt:lpstr>
      <vt:lpstr>Team Contributions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TAREK SULTAN</dc:creator>
  <cp:lastModifiedBy>Tarek Mostafa Kamel</cp:lastModifiedBy>
  <cp:revision>6</cp:revision>
  <cp:lastPrinted>2025-12-19T17:37:55Z</cp:lastPrinted>
  <dcterms:created xsi:type="dcterms:W3CDTF">2024-06-26T20:20:27Z</dcterms:created>
  <dcterms:modified xsi:type="dcterms:W3CDTF">2025-12-19T17:38:41Z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